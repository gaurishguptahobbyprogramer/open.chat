
<file path=[Content_Types].xml><?xml version="1.0" encoding="utf-8"?>
<Types xmlns="http://schemas.openxmlformats.org/package/2006/content-types">
  <Default Extension="2" ContentType="image/jpeg"/>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97" r:id="rId1"/>
  </p:sldMasterIdLst>
  <p:sldIdLst>
    <p:sldId id="256" r:id="rId2"/>
    <p:sldId id="257" r:id="rId3"/>
    <p:sldId id="258" r:id="rId4"/>
    <p:sldId id="261" r:id="rId5"/>
    <p:sldId id="259" r:id="rId6"/>
    <p:sldId id="262" r:id="rId7"/>
    <p:sldId id="260" r:id="rId8"/>
    <p:sldId id="263" r:id="rId9"/>
    <p:sldId id="264" r:id="rId10"/>
    <p:sldId id="265" r:id="rId11"/>
    <p:sldId id="266" r:id="rId12"/>
    <p:sldId id="267"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55" d="100"/>
          <a:sy n="55" d="100"/>
        </p:scale>
        <p:origin x="1096" y="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C843720-9077-4DBC-AB2F-BE7CBE5D0ABC}"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76DD739C-3097-4E7C-B93C-A01BA2095E70}">
      <dgm:prSet/>
      <dgm:spPr/>
      <dgm:t>
        <a:bodyPr/>
        <a:lstStyle/>
        <a:p>
          <a:r>
            <a:rPr lang="en-US" baseline="0" dirty="0"/>
            <a:t>Submitted by: Gaurish Gupta</a:t>
          </a:r>
          <a:endParaRPr lang="en-US" dirty="0"/>
        </a:p>
      </dgm:t>
    </dgm:pt>
    <dgm:pt modelId="{7C6D4E13-D121-4D8E-BBDD-977D6B8A07DF}" type="parTrans" cxnId="{FB156F68-A832-4BFB-87E5-A049E60146C1}">
      <dgm:prSet/>
      <dgm:spPr/>
      <dgm:t>
        <a:bodyPr/>
        <a:lstStyle/>
        <a:p>
          <a:endParaRPr lang="en-US"/>
        </a:p>
      </dgm:t>
    </dgm:pt>
    <dgm:pt modelId="{58FD8DB0-ADBC-4955-A330-4C140E59B420}" type="sibTrans" cxnId="{FB156F68-A832-4BFB-87E5-A049E60146C1}">
      <dgm:prSet/>
      <dgm:spPr/>
      <dgm:t>
        <a:bodyPr/>
        <a:lstStyle/>
        <a:p>
          <a:endParaRPr lang="en-US"/>
        </a:p>
      </dgm:t>
    </dgm:pt>
    <dgm:pt modelId="{25FCE25D-4FC5-44B8-B079-DC496562BDF7}">
      <dgm:prSet/>
      <dgm:spPr/>
      <dgm:t>
        <a:bodyPr/>
        <a:lstStyle/>
        <a:p>
          <a:r>
            <a:rPr lang="en-US" baseline="0"/>
            <a:t>Class: X  A</a:t>
          </a:r>
          <a:endParaRPr lang="en-US"/>
        </a:p>
      </dgm:t>
    </dgm:pt>
    <dgm:pt modelId="{6EB32BD9-A3BB-416B-8EAE-7B799F72F874}" type="parTrans" cxnId="{7F0D4FE6-EC6C-42EC-9A3B-A70C97A67883}">
      <dgm:prSet/>
      <dgm:spPr/>
      <dgm:t>
        <a:bodyPr/>
        <a:lstStyle/>
        <a:p>
          <a:endParaRPr lang="en-US"/>
        </a:p>
      </dgm:t>
    </dgm:pt>
    <dgm:pt modelId="{168D62E6-6421-47FC-9398-78E576E1860A}" type="sibTrans" cxnId="{7F0D4FE6-EC6C-42EC-9A3B-A70C97A67883}">
      <dgm:prSet/>
      <dgm:spPr/>
      <dgm:t>
        <a:bodyPr/>
        <a:lstStyle/>
        <a:p>
          <a:endParaRPr lang="en-US"/>
        </a:p>
      </dgm:t>
    </dgm:pt>
    <dgm:pt modelId="{9C8C9922-B562-4674-9CEA-B8859F60BCE7}">
      <dgm:prSet/>
      <dgm:spPr/>
      <dgm:t>
        <a:bodyPr/>
        <a:lstStyle/>
        <a:p>
          <a:r>
            <a:rPr lang="en-US" baseline="0"/>
            <a:t>Submitted to: Ms. Priyanka Mehta</a:t>
          </a:r>
          <a:endParaRPr lang="en-US"/>
        </a:p>
      </dgm:t>
    </dgm:pt>
    <dgm:pt modelId="{86E0064C-B310-4266-8DE1-D8201867A9BA}" type="parTrans" cxnId="{714708FA-8681-4806-ADAB-3B00992A7CA1}">
      <dgm:prSet/>
      <dgm:spPr/>
      <dgm:t>
        <a:bodyPr/>
        <a:lstStyle/>
        <a:p>
          <a:endParaRPr lang="en-US"/>
        </a:p>
      </dgm:t>
    </dgm:pt>
    <dgm:pt modelId="{2BDB5F68-5353-4A6B-947B-755966ADB33A}" type="sibTrans" cxnId="{714708FA-8681-4806-ADAB-3B00992A7CA1}">
      <dgm:prSet/>
      <dgm:spPr/>
      <dgm:t>
        <a:bodyPr/>
        <a:lstStyle/>
        <a:p>
          <a:endParaRPr lang="en-US"/>
        </a:p>
      </dgm:t>
    </dgm:pt>
    <dgm:pt modelId="{0A266C1B-4AE8-45D9-A735-D6E60E1582CC}" type="pres">
      <dgm:prSet presAssocID="{5C843720-9077-4DBC-AB2F-BE7CBE5D0ABC}" presName="linear" presStyleCnt="0">
        <dgm:presLayoutVars>
          <dgm:animLvl val="lvl"/>
          <dgm:resizeHandles val="exact"/>
        </dgm:presLayoutVars>
      </dgm:prSet>
      <dgm:spPr/>
    </dgm:pt>
    <dgm:pt modelId="{4F6ECB8D-97F1-47A6-84EA-C74F5920490A}" type="pres">
      <dgm:prSet presAssocID="{76DD739C-3097-4E7C-B93C-A01BA2095E70}" presName="parentText" presStyleLbl="node1" presStyleIdx="0" presStyleCnt="3">
        <dgm:presLayoutVars>
          <dgm:chMax val="0"/>
          <dgm:bulletEnabled val="1"/>
        </dgm:presLayoutVars>
      </dgm:prSet>
      <dgm:spPr/>
    </dgm:pt>
    <dgm:pt modelId="{7AB2733D-B0B0-4E8E-ADAF-E7A48D8C5B93}" type="pres">
      <dgm:prSet presAssocID="{58FD8DB0-ADBC-4955-A330-4C140E59B420}" presName="spacer" presStyleCnt="0"/>
      <dgm:spPr/>
    </dgm:pt>
    <dgm:pt modelId="{FA0124DA-B1D4-423E-B9A8-B0BA7CA52F08}" type="pres">
      <dgm:prSet presAssocID="{25FCE25D-4FC5-44B8-B079-DC496562BDF7}" presName="parentText" presStyleLbl="node1" presStyleIdx="1" presStyleCnt="3">
        <dgm:presLayoutVars>
          <dgm:chMax val="0"/>
          <dgm:bulletEnabled val="1"/>
        </dgm:presLayoutVars>
      </dgm:prSet>
      <dgm:spPr/>
    </dgm:pt>
    <dgm:pt modelId="{6542B6B8-2A7C-4933-9EF9-3383CD7C1D10}" type="pres">
      <dgm:prSet presAssocID="{168D62E6-6421-47FC-9398-78E576E1860A}" presName="spacer" presStyleCnt="0"/>
      <dgm:spPr/>
    </dgm:pt>
    <dgm:pt modelId="{01965DE4-499B-42BA-B971-8B61D8174E56}" type="pres">
      <dgm:prSet presAssocID="{9C8C9922-B562-4674-9CEA-B8859F60BCE7}" presName="parentText" presStyleLbl="node1" presStyleIdx="2" presStyleCnt="3">
        <dgm:presLayoutVars>
          <dgm:chMax val="0"/>
          <dgm:bulletEnabled val="1"/>
        </dgm:presLayoutVars>
      </dgm:prSet>
      <dgm:spPr/>
    </dgm:pt>
  </dgm:ptLst>
  <dgm:cxnLst>
    <dgm:cxn modelId="{07A60E1F-D78F-46C8-AB54-33B4601B705B}" type="presOf" srcId="{9C8C9922-B562-4674-9CEA-B8859F60BCE7}" destId="{01965DE4-499B-42BA-B971-8B61D8174E56}" srcOrd="0" destOrd="0" presId="urn:microsoft.com/office/officeart/2005/8/layout/vList2"/>
    <dgm:cxn modelId="{95C7FC5F-425F-4A98-ACD5-0B5468492628}" type="presOf" srcId="{5C843720-9077-4DBC-AB2F-BE7CBE5D0ABC}" destId="{0A266C1B-4AE8-45D9-A735-D6E60E1582CC}" srcOrd="0" destOrd="0" presId="urn:microsoft.com/office/officeart/2005/8/layout/vList2"/>
    <dgm:cxn modelId="{E60E7C66-DFE4-4B17-939F-67D995EDA187}" type="presOf" srcId="{76DD739C-3097-4E7C-B93C-A01BA2095E70}" destId="{4F6ECB8D-97F1-47A6-84EA-C74F5920490A}" srcOrd="0" destOrd="0" presId="urn:microsoft.com/office/officeart/2005/8/layout/vList2"/>
    <dgm:cxn modelId="{FB156F68-A832-4BFB-87E5-A049E60146C1}" srcId="{5C843720-9077-4DBC-AB2F-BE7CBE5D0ABC}" destId="{76DD739C-3097-4E7C-B93C-A01BA2095E70}" srcOrd="0" destOrd="0" parTransId="{7C6D4E13-D121-4D8E-BBDD-977D6B8A07DF}" sibTransId="{58FD8DB0-ADBC-4955-A330-4C140E59B420}"/>
    <dgm:cxn modelId="{305933B2-8A0E-4621-9025-F39D8974EEB1}" type="presOf" srcId="{25FCE25D-4FC5-44B8-B079-DC496562BDF7}" destId="{FA0124DA-B1D4-423E-B9A8-B0BA7CA52F08}" srcOrd="0" destOrd="0" presId="urn:microsoft.com/office/officeart/2005/8/layout/vList2"/>
    <dgm:cxn modelId="{7F0D4FE6-EC6C-42EC-9A3B-A70C97A67883}" srcId="{5C843720-9077-4DBC-AB2F-BE7CBE5D0ABC}" destId="{25FCE25D-4FC5-44B8-B079-DC496562BDF7}" srcOrd="1" destOrd="0" parTransId="{6EB32BD9-A3BB-416B-8EAE-7B799F72F874}" sibTransId="{168D62E6-6421-47FC-9398-78E576E1860A}"/>
    <dgm:cxn modelId="{714708FA-8681-4806-ADAB-3B00992A7CA1}" srcId="{5C843720-9077-4DBC-AB2F-BE7CBE5D0ABC}" destId="{9C8C9922-B562-4674-9CEA-B8859F60BCE7}" srcOrd="2" destOrd="0" parTransId="{86E0064C-B310-4266-8DE1-D8201867A9BA}" sibTransId="{2BDB5F68-5353-4A6B-947B-755966ADB33A}"/>
    <dgm:cxn modelId="{84EF84AF-F909-404F-AEA7-6AB4274C91AD}" type="presParOf" srcId="{0A266C1B-4AE8-45D9-A735-D6E60E1582CC}" destId="{4F6ECB8D-97F1-47A6-84EA-C74F5920490A}" srcOrd="0" destOrd="0" presId="urn:microsoft.com/office/officeart/2005/8/layout/vList2"/>
    <dgm:cxn modelId="{717FD50C-D07D-46F5-BDB1-FF55A1CBFC2D}" type="presParOf" srcId="{0A266C1B-4AE8-45D9-A735-D6E60E1582CC}" destId="{7AB2733D-B0B0-4E8E-ADAF-E7A48D8C5B93}" srcOrd="1" destOrd="0" presId="urn:microsoft.com/office/officeart/2005/8/layout/vList2"/>
    <dgm:cxn modelId="{42DE8F4B-B7B0-4D5D-9992-1BFF2D87BB10}" type="presParOf" srcId="{0A266C1B-4AE8-45D9-A735-D6E60E1582CC}" destId="{FA0124DA-B1D4-423E-B9A8-B0BA7CA52F08}" srcOrd="2" destOrd="0" presId="urn:microsoft.com/office/officeart/2005/8/layout/vList2"/>
    <dgm:cxn modelId="{F89B5D4D-84D4-454F-A5D1-312D365B05D4}" type="presParOf" srcId="{0A266C1B-4AE8-45D9-A735-D6E60E1582CC}" destId="{6542B6B8-2A7C-4933-9EF9-3383CD7C1D10}" srcOrd="3" destOrd="0" presId="urn:microsoft.com/office/officeart/2005/8/layout/vList2"/>
    <dgm:cxn modelId="{1D3506FE-1F46-4A54-B8FE-3E9A63D3E754}" type="presParOf" srcId="{0A266C1B-4AE8-45D9-A735-D6E60E1582CC}" destId="{01965DE4-499B-42BA-B971-8B61D8174E56}"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83396A3-6456-482F-8F9F-C3A0F3501BA2}" type="doc">
      <dgm:prSet loTypeId="urn:microsoft.com/office/officeart/2005/8/layout/target3" loCatId="relationship" qsTypeId="urn:microsoft.com/office/officeart/2005/8/quickstyle/simple1" qsCatId="simple" csTypeId="urn:microsoft.com/office/officeart/2005/8/colors/accent1_2" csCatId="accent1" phldr="1"/>
      <dgm:spPr/>
      <dgm:t>
        <a:bodyPr/>
        <a:lstStyle/>
        <a:p>
          <a:endParaRPr lang="en-US"/>
        </a:p>
      </dgm:t>
    </dgm:pt>
    <dgm:pt modelId="{3D93AB08-6FFA-42D1-B6AC-407C98F662F7}">
      <dgm:prSet/>
      <dgm:spPr/>
      <dgm:t>
        <a:bodyPr/>
        <a:lstStyle/>
        <a:p>
          <a:r>
            <a:rPr lang="en-US" b="1"/>
            <a:t>Made by : Gaurish Gupta</a:t>
          </a:r>
          <a:endParaRPr lang="en-US"/>
        </a:p>
      </dgm:t>
    </dgm:pt>
    <dgm:pt modelId="{005835A8-087D-4C0F-9377-252577120946}" type="parTrans" cxnId="{F9197F21-1A3A-4B2C-8F6E-3039B9DBDC55}">
      <dgm:prSet/>
      <dgm:spPr/>
      <dgm:t>
        <a:bodyPr/>
        <a:lstStyle/>
        <a:p>
          <a:endParaRPr lang="en-US"/>
        </a:p>
      </dgm:t>
    </dgm:pt>
    <dgm:pt modelId="{884BB186-2DD5-4CE2-9F0A-B9AA284998B0}" type="sibTrans" cxnId="{F9197F21-1A3A-4B2C-8F6E-3039B9DBDC55}">
      <dgm:prSet/>
      <dgm:spPr/>
      <dgm:t>
        <a:bodyPr/>
        <a:lstStyle/>
        <a:p>
          <a:endParaRPr lang="en-US"/>
        </a:p>
      </dgm:t>
    </dgm:pt>
    <dgm:pt modelId="{7E922227-2E27-4D98-BBCD-6BACC21FF76D}">
      <dgm:prSet/>
      <dgm:spPr/>
      <dgm:t>
        <a:bodyPr/>
        <a:lstStyle/>
        <a:p>
          <a:r>
            <a:rPr lang="en-US" b="1"/>
            <a:t>Class X-A</a:t>
          </a:r>
          <a:endParaRPr lang="en-US"/>
        </a:p>
      </dgm:t>
    </dgm:pt>
    <dgm:pt modelId="{9471E412-5B02-4038-AAB7-631082859495}" type="parTrans" cxnId="{C0F1275F-90FE-4F2A-AE66-27D0D04B9296}">
      <dgm:prSet/>
      <dgm:spPr/>
      <dgm:t>
        <a:bodyPr/>
        <a:lstStyle/>
        <a:p>
          <a:endParaRPr lang="en-US"/>
        </a:p>
      </dgm:t>
    </dgm:pt>
    <dgm:pt modelId="{02F496B7-3183-4995-8E3D-82F5D0189904}" type="sibTrans" cxnId="{C0F1275F-90FE-4F2A-AE66-27D0D04B9296}">
      <dgm:prSet/>
      <dgm:spPr/>
      <dgm:t>
        <a:bodyPr/>
        <a:lstStyle/>
        <a:p>
          <a:endParaRPr lang="en-US"/>
        </a:p>
      </dgm:t>
    </dgm:pt>
    <dgm:pt modelId="{657142FE-1725-4431-927C-1F956D239FAB}" type="pres">
      <dgm:prSet presAssocID="{E83396A3-6456-482F-8F9F-C3A0F3501BA2}" presName="Name0" presStyleCnt="0">
        <dgm:presLayoutVars>
          <dgm:chMax val="7"/>
          <dgm:dir/>
          <dgm:animLvl val="lvl"/>
          <dgm:resizeHandles val="exact"/>
        </dgm:presLayoutVars>
      </dgm:prSet>
      <dgm:spPr/>
    </dgm:pt>
    <dgm:pt modelId="{0FAFB7D8-6106-492C-BF3E-3F8DD1EA16E9}" type="pres">
      <dgm:prSet presAssocID="{3D93AB08-6FFA-42D1-B6AC-407C98F662F7}" presName="circle1" presStyleLbl="node1" presStyleIdx="0" presStyleCnt="2"/>
      <dgm:spPr/>
    </dgm:pt>
    <dgm:pt modelId="{4BD92210-30B8-4DD9-8941-33CE533F51B5}" type="pres">
      <dgm:prSet presAssocID="{3D93AB08-6FFA-42D1-B6AC-407C98F662F7}" presName="space" presStyleCnt="0"/>
      <dgm:spPr/>
    </dgm:pt>
    <dgm:pt modelId="{A519EA87-2AB2-42A4-BEE6-537CFFEBA6F8}" type="pres">
      <dgm:prSet presAssocID="{3D93AB08-6FFA-42D1-B6AC-407C98F662F7}" presName="rect1" presStyleLbl="alignAcc1" presStyleIdx="0" presStyleCnt="2"/>
      <dgm:spPr/>
    </dgm:pt>
    <dgm:pt modelId="{38026705-FFD3-4424-B702-073BD2720E1B}" type="pres">
      <dgm:prSet presAssocID="{7E922227-2E27-4D98-BBCD-6BACC21FF76D}" presName="vertSpace2" presStyleLbl="node1" presStyleIdx="0" presStyleCnt="2"/>
      <dgm:spPr/>
    </dgm:pt>
    <dgm:pt modelId="{EE016448-76AB-442E-9F6C-028DBB5FE665}" type="pres">
      <dgm:prSet presAssocID="{7E922227-2E27-4D98-BBCD-6BACC21FF76D}" presName="circle2" presStyleLbl="node1" presStyleIdx="1" presStyleCnt="2"/>
      <dgm:spPr/>
    </dgm:pt>
    <dgm:pt modelId="{1A0D7E8C-D0B1-4888-A4EC-7626D293EA65}" type="pres">
      <dgm:prSet presAssocID="{7E922227-2E27-4D98-BBCD-6BACC21FF76D}" presName="rect2" presStyleLbl="alignAcc1" presStyleIdx="1" presStyleCnt="2"/>
      <dgm:spPr/>
    </dgm:pt>
    <dgm:pt modelId="{00EC2829-9A77-4279-B5F1-5E29A35AEBEB}" type="pres">
      <dgm:prSet presAssocID="{3D93AB08-6FFA-42D1-B6AC-407C98F662F7}" presName="rect1ParTxNoCh" presStyleLbl="alignAcc1" presStyleIdx="1" presStyleCnt="2">
        <dgm:presLayoutVars>
          <dgm:chMax val="1"/>
          <dgm:bulletEnabled val="1"/>
        </dgm:presLayoutVars>
      </dgm:prSet>
      <dgm:spPr/>
    </dgm:pt>
    <dgm:pt modelId="{5D491928-9E28-47E7-AE24-A20FE5FE3B4E}" type="pres">
      <dgm:prSet presAssocID="{7E922227-2E27-4D98-BBCD-6BACC21FF76D}" presName="rect2ParTxNoCh" presStyleLbl="alignAcc1" presStyleIdx="1" presStyleCnt="2">
        <dgm:presLayoutVars>
          <dgm:chMax val="1"/>
          <dgm:bulletEnabled val="1"/>
        </dgm:presLayoutVars>
      </dgm:prSet>
      <dgm:spPr/>
    </dgm:pt>
  </dgm:ptLst>
  <dgm:cxnLst>
    <dgm:cxn modelId="{F9197F21-1A3A-4B2C-8F6E-3039B9DBDC55}" srcId="{E83396A3-6456-482F-8F9F-C3A0F3501BA2}" destId="{3D93AB08-6FFA-42D1-B6AC-407C98F662F7}" srcOrd="0" destOrd="0" parTransId="{005835A8-087D-4C0F-9377-252577120946}" sibTransId="{884BB186-2DD5-4CE2-9F0A-B9AA284998B0}"/>
    <dgm:cxn modelId="{CE8B2C33-E704-47A3-9235-2EDFFA71F0B8}" type="presOf" srcId="{E83396A3-6456-482F-8F9F-C3A0F3501BA2}" destId="{657142FE-1725-4431-927C-1F956D239FAB}" srcOrd="0" destOrd="0" presId="urn:microsoft.com/office/officeart/2005/8/layout/target3"/>
    <dgm:cxn modelId="{C0F1275F-90FE-4F2A-AE66-27D0D04B9296}" srcId="{E83396A3-6456-482F-8F9F-C3A0F3501BA2}" destId="{7E922227-2E27-4D98-BBCD-6BACC21FF76D}" srcOrd="1" destOrd="0" parTransId="{9471E412-5B02-4038-AAB7-631082859495}" sibTransId="{02F496B7-3183-4995-8E3D-82F5D0189904}"/>
    <dgm:cxn modelId="{4322DB6E-7F4E-4499-A23A-4E9FE0664AB1}" type="presOf" srcId="{3D93AB08-6FFA-42D1-B6AC-407C98F662F7}" destId="{00EC2829-9A77-4279-B5F1-5E29A35AEBEB}" srcOrd="1" destOrd="0" presId="urn:microsoft.com/office/officeart/2005/8/layout/target3"/>
    <dgm:cxn modelId="{7BF1AC6F-BD67-4129-A10A-8198563BDC42}" type="presOf" srcId="{3D93AB08-6FFA-42D1-B6AC-407C98F662F7}" destId="{A519EA87-2AB2-42A4-BEE6-537CFFEBA6F8}" srcOrd="0" destOrd="0" presId="urn:microsoft.com/office/officeart/2005/8/layout/target3"/>
    <dgm:cxn modelId="{BD156781-24B8-40E4-BB14-3F0D4D2F60F1}" type="presOf" srcId="{7E922227-2E27-4D98-BBCD-6BACC21FF76D}" destId="{5D491928-9E28-47E7-AE24-A20FE5FE3B4E}" srcOrd="1" destOrd="0" presId="urn:microsoft.com/office/officeart/2005/8/layout/target3"/>
    <dgm:cxn modelId="{9C1869FF-7120-42A1-B7EF-81569C874DFC}" type="presOf" srcId="{7E922227-2E27-4D98-BBCD-6BACC21FF76D}" destId="{1A0D7E8C-D0B1-4888-A4EC-7626D293EA65}" srcOrd="0" destOrd="0" presId="urn:microsoft.com/office/officeart/2005/8/layout/target3"/>
    <dgm:cxn modelId="{6989889A-8052-439E-A3D3-B264D4B06DD3}" type="presParOf" srcId="{657142FE-1725-4431-927C-1F956D239FAB}" destId="{0FAFB7D8-6106-492C-BF3E-3F8DD1EA16E9}" srcOrd="0" destOrd="0" presId="urn:microsoft.com/office/officeart/2005/8/layout/target3"/>
    <dgm:cxn modelId="{61534A34-FB68-4794-A024-A4C990300A25}" type="presParOf" srcId="{657142FE-1725-4431-927C-1F956D239FAB}" destId="{4BD92210-30B8-4DD9-8941-33CE533F51B5}" srcOrd="1" destOrd="0" presId="urn:microsoft.com/office/officeart/2005/8/layout/target3"/>
    <dgm:cxn modelId="{F57D429A-675E-4507-B83F-CB4ABD3C629A}" type="presParOf" srcId="{657142FE-1725-4431-927C-1F956D239FAB}" destId="{A519EA87-2AB2-42A4-BEE6-537CFFEBA6F8}" srcOrd="2" destOrd="0" presId="urn:microsoft.com/office/officeart/2005/8/layout/target3"/>
    <dgm:cxn modelId="{9979D0E6-77CB-4517-9F00-89E87C89164A}" type="presParOf" srcId="{657142FE-1725-4431-927C-1F956D239FAB}" destId="{38026705-FFD3-4424-B702-073BD2720E1B}" srcOrd="3" destOrd="0" presId="urn:microsoft.com/office/officeart/2005/8/layout/target3"/>
    <dgm:cxn modelId="{25FE0E7C-1A4A-423B-861E-1C88ABA28780}" type="presParOf" srcId="{657142FE-1725-4431-927C-1F956D239FAB}" destId="{EE016448-76AB-442E-9F6C-028DBB5FE665}" srcOrd="4" destOrd="0" presId="urn:microsoft.com/office/officeart/2005/8/layout/target3"/>
    <dgm:cxn modelId="{37EBAFD9-296D-4B09-95CB-382AF312C662}" type="presParOf" srcId="{657142FE-1725-4431-927C-1F956D239FAB}" destId="{1A0D7E8C-D0B1-4888-A4EC-7626D293EA65}" srcOrd="5" destOrd="0" presId="urn:microsoft.com/office/officeart/2005/8/layout/target3"/>
    <dgm:cxn modelId="{AD4653C0-E4A2-4731-BBBA-166CA1328A69}" type="presParOf" srcId="{657142FE-1725-4431-927C-1F956D239FAB}" destId="{00EC2829-9A77-4279-B5F1-5E29A35AEBEB}" srcOrd="6" destOrd="0" presId="urn:microsoft.com/office/officeart/2005/8/layout/target3"/>
    <dgm:cxn modelId="{213131A8-C30A-472D-BFF8-84A87A7A9418}" type="presParOf" srcId="{657142FE-1725-4431-927C-1F956D239FAB}" destId="{5D491928-9E28-47E7-AE24-A20FE5FE3B4E}" srcOrd="7" destOrd="0" presId="urn:microsoft.com/office/officeart/2005/8/layout/target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F6ECB8D-97F1-47A6-84EA-C74F5920490A}">
      <dsp:nvSpPr>
        <dsp:cNvPr id="0" name=""/>
        <dsp:cNvSpPr/>
      </dsp:nvSpPr>
      <dsp:spPr>
        <a:xfrm>
          <a:off x="0" y="401281"/>
          <a:ext cx="3984170" cy="45571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baseline="0" dirty="0"/>
            <a:t>Submitted by: Gaurish Gupta</a:t>
          </a:r>
          <a:endParaRPr lang="en-US" sz="1900" kern="1200" dirty="0"/>
        </a:p>
      </dsp:txBody>
      <dsp:txXfrm>
        <a:off x="22246" y="423527"/>
        <a:ext cx="3939678" cy="411223"/>
      </dsp:txXfrm>
    </dsp:sp>
    <dsp:sp modelId="{FA0124DA-B1D4-423E-B9A8-B0BA7CA52F08}">
      <dsp:nvSpPr>
        <dsp:cNvPr id="0" name=""/>
        <dsp:cNvSpPr/>
      </dsp:nvSpPr>
      <dsp:spPr>
        <a:xfrm>
          <a:off x="0" y="911716"/>
          <a:ext cx="3984170" cy="45571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baseline="0"/>
            <a:t>Class: X  A</a:t>
          </a:r>
          <a:endParaRPr lang="en-US" sz="1900" kern="1200"/>
        </a:p>
      </dsp:txBody>
      <dsp:txXfrm>
        <a:off x="22246" y="933962"/>
        <a:ext cx="3939678" cy="411223"/>
      </dsp:txXfrm>
    </dsp:sp>
    <dsp:sp modelId="{01965DE4-499B-42BA-B971-8B61D8174E56}">
      <dsp:nvSpPr>
        <dsp:cNvPr id="0" name=""/>
        <dsp:cNvSpPr/>
      </dsp:nvSpPr>
      <dsp:spPr>
        <a:xfrm>
          <a:off x="0" y="1422151"/>
          <a:ext cx="3984170" cy="45571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baseline="0"/>
            <a:t>Submitted to: Ms. Priyanka Mehta</a:t>
          </a:r>
          <a:endParaRPr lang="en-US" sz="1900" kern="1200"/>
        </a:p>
      </dsp:txBody>
      <dsp:txXfrm>
        <a:off x="22246" y="1444397"/>
        <a:ext cx="3939678" cy="41122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FAFB7D8-6106-492C-BF3E-3F8DD1EA16E9}">
      <dsp:nvSpPr>
        <dsp:cNvPr id="0" name=""/>
        <dsp:cNvSpPr/>
      </dsp:nvSpPr>
      <dsp:spPr>
        <a:xfrm>
          <a:off x="0" y="0"/>
          <a:ext cx="1200329" cy="1200329"/>
        </a:xfrm>
        <a:prstGeom prst="pie">
          <a:avLst>
            <a:gd name="adj1" fmla="val 5400000"/>
            <a:gd name="adj2" fmla="val 1620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519EA87-2AB2-42A4-BEE6-537CFFEBA6F8}">
      <dsp:nvSpPr>
        <dsp:cNvPr id="0" name=""/>
        <dsp:cNvSpPr/>
      </dsp:nvSpPr>
      <dsp:spPr>
        <a:xfrm>
          <a:off x="600164" y="0"/>
          <a:ext cx="5164992" cy="1200329"/>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US" sz="2600" b="1" kern="1200"/>
            <a:t>Made by : Gaurish Gupta</a:t>
          </a:r>
          <a:endParaRPr lang="en-US" sz="2600" kern="1200"/>
        </a:p>
      </dsp:txBody>
      <dsp:txXfrm>
        <a:off x="600164" y="0"/>
        <a:ext cx="5164992" cy="570156"/>
      </dsp:txXfrm>
    </dsp:sp>
    <dsp:sp modelId="{EE016448-76AB-442E-9F6C-028DBB5FE665}">
      <dsp:nvSpPr>
        <dsp:cNvPr id="0" name=""/>
        <dsp:cNvSpPr/>
      </dsp:nvSpPr>
      <dsp:spPr>
        <a:xfrm>
          <a:off x="315086" y="570156"/>
          <a:ext cx="570156" cy="570156"/>
        </a:xfrm>
        <a:prstGeom prst="pie">
          <a:avLst>
            <a:gd name="adj1" fmla="val 5400000"/>
            <a:gd name="adj2" fmla="val 1620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A0D7E8C-D0B1-4888-A4EC-7626D293EA65}">
      <dsp:nvSpPr>
        <dsp:cNvPr id="0" name=""/>
        <dsp:cNvSpPr/>
      </dsp:nvSpPr>
      <dsp:spPr>
        <a:xfrm>
          <a:off x="600164" y="570156"/>
          <a:ext cx="5164992" cy="570156"/>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US" sz="2600" b="1" kern="1200"/>
            <a:t>Class X-A</a:t>
          </a:r>
          <a:endParaRPr lang="en-US" sz="2600" kern="1200"/>
        </a:p>
      </dsp:txBody>
      <dsp:txXfrm>
        <a:off x="600164" y="570156"/>
        <a:ext cx="5164992" cy="570156"/>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BF4E480B-94D6-46F9-A2B6-B98D311FDC19}"/>
              </a:ext>
            </a:extLst>
          </p:cNvPr>
          <p:cNvGrpSpPr/>
          <p:nvPr/>
        </p:nvGrpSpPr>
        <p:grpSpPr>
          <a:xfrm>
            <a:off x="0" y="0"/>
            <a:ext cx="12191999" cy="6861600"/>
            <a:chOff x="1" y="0"/>
            <a:chExt cx="12191999" cy="6861600"/>
          </a:xfrm>
        </p:grpSpPr>
        <p:sp>
          <p:nvSpPr>
            <p:cNvPr id="10" name="Rectangle 9">
              <a:extLst>
                <a:ext uri="{FF2B5EF4-FFF2-40B4-BE49-F238E27FC236}">
                  <a16:creationId xmlns:a16="http://schemas.microsoft.com/office/drawing/2014/main" id="{07183CDE-91A1-40C3-8E80-66F89E1C2D53}"/>
                </a:ext>
              </a:extLst>
            </p:cNvPr>
            <p:cNvSpPr>
              <a:spLocks noChangeAspect="1"/>
            </p:cNvSpPr>
            <p:nvPr/>
          </p:nvSpPr>
          <p:spPr>
            <a:xfrm rot="16200000">
              <a:off x="1" y="1640114"/>
              <a:ext cx="5217886" cy="5217886"/>
            </a:xfrm>
            <a:prstGeom prst="rect">
              <a:avLst/>
            </a:prstGeom>
            <a:gradFill flip="none" rotWithShape="1">
              <a:gsLst>
                <a:gs pos="0">
                  <a:schemeClr val="accent2">
                    <a:alpha val="60000"/>
                  </a:schemeClr>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1" name="Oval 10">
              <a:extLst>
                <a:ext uri="{FF2B5EF4-FFF2-40B4-BE49-F238E27FC236}">
                  <a16:creationId xmlns:a16="http://schemas.microsoft.com/office/drawing/2014/main" id="{A6756515-F9AA-46BD-8DD2-AA15BA492AC0}"/>
                </a:ext>
              </a:extLst>
            </p:cNvPr>
            <p:cNvSpPr>
              <a:spLocks noChangeAspect="1"/>
            </p:cNvSpPr>
            <p:nvPr/>
          </p:nvSpPr>
          <p:spPr>
            <a:xfrm>
              <a:off x="6384514" y="0"/>
              <a:ext cx="4320000" cy="4320000"/>
            </a:xfrm>
            <a:prstGeom prst="ellipse">
              <a:avLst/>
            </a:prstGeom>
            <a:solidFill>
              <a:schemeClr val="accent3">
                <a:alpha val="96000"/>
              </a:schemeClr>
            </a:solidFill>
            <a:ln>
              <a:noFill/>
            </a:ln>
            <a:effectLst>
              <a:softEdge rad="1016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2" name="Oval 11">
              <a:extLst>
                <a:ext uri="{FF2B5EF4-FFF2-40B4-BE49-F238E27FC236}">
                  <a16:creationId xmlns:a16="http://schemas.microsoft.com/office/drawing/2014/main" id="{ABA365E2-8B71-408B-9092-0104216AC7AC}"/>
                </a:ext>
              </a:extLst>
            </p:cNvPr>
            <p:cNvSpPr>
              <a:spLocks noChangeAspect="1"/>
            </p:cNvSpPr>
            <p:nvPr/>
          </p:nvSpPr>
          <p:spPr>
            <a:xfrm>
              <a:off x="6119057" y="1230054"/>
              <a:ext cx="5506886" cy="5506886"/>
            </a:xfrm>
            <a:prstGeom prst="ellipse">
              <a:avLst/>
            </a:prstGeom>
            <a:solidFill>
              <a:schemeClr val="accent2">
                <a:alpha val="6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grpSp>
          <p:nvGrpSpPr>
            <p:cNvPr id="13" name="Group 12">
              <a:extLst>
                <a:ext uri="{FF2B5EF4-FFF2-40B4-BE49-F238E27FC236}">
                  <a16:creationId xmlns:a16="http://schemas.microsoft.com/office/drawing/2014/main" id="{BEDB8D7A-1BF6-4CDB-B93A-7736955F5043}"/>
                </a:ext>
              </a:extLst>
            </p:cNvPr>
            <p:cNvGrpSpPr>
              <a:grpSpLocks noChangeAspect="1"/>
            </p:cNvGrpSpPr>
            <p:nvPr/>
          </p:nvGrpSpPr>
          <p:grpSpPr>
            <a:xfrm>
              <a:off x="690092" y="0"/>
              <a:ext cx="10800000" cy="6858000"/>
              <a:chOff x="2328000" y="0"/>
              <a:chExt cx="2880000" cy="1440000"/>
            </a:xfrm>
          </p:grpSpPr>
          <p:sp>
            <p:nvSpPr>
              <p:cNvPr id="18" name="Rectangle 17">
                <a:extLst>
                  <a:ext uri="{FF2B5EF4-FFF2-40B4-BE49-F238E27FC236}">
                    <a16:creationId xmlns:a16="http://schemas.microsoft.com/office/drawing/2014/main" id="{5AACD774-5167-46C7-8A62-6E2FE4BE9469}"/>
                  </a:ext>
                </a:extLst>
              </p:cNvPr>
              <p:cNvSpPr/>
              <p:nvPr/>
            </p:nvSpPr>
            <p:spPr>
              <a:xfrm>
                <a:off x="376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9" name="Rectangle 18">
                <a:extLst>
                  <a:ext uri="{FF2B5EF4-FFF2-40B4-BE49-F238E27FC236}">
                    <a16:creationId xmlns:a16="http://schemas.microsoft.com/office/drawing/2014/main" id="{06E0F2D8-452E-48F9-9912-C47EAEAE1802}"/>
                  </a:ext>
                </a:extLst>
              </p:cNvPr>
              <p:cNvSpPr/>
              <p:nvPr/>
            </p:nvSpPr>
            <p:spPr>
              <a:xfrm flipH="1">
                <a:off x="232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grpSp>
          <p:nvGrpSpPr>
            <p:cNvPr id="14" name="Group 13">
              <a:extLst>
                <a:ext uri="{FF2B5EF4-FFF2-40B4-BE49-F238E27FC236}">
                  <a16:creationId xmlns:a16="http://schemas.microsoft.com/office/drawing/2014/main" id="{91FBBF95-430B-427C-A6E8-DB899217FC00}"/>
                </a:ext>
              </a:extLst>
            </p:cNvPr>
            <p:cNvGrpSpPr>
              <a:grpSpLocks noChangeAspect="1"/>
            </p:cNvGrpSpPr>
            <p:nvPr/>
          </p:nvGrpSpPr>
          <p:grpSpPr>
            <a:xfrm rot="5400000">
              <a:off x="7048499" y="1714500"/>
              <a:ext cx="6858000" cy="3429000"/>
              <a:chOff x="0" y="0"/>
              <a:chExt cx="2880000" cy="1440000"/>
            </a:xfrm>
          </p:grpSpPr>
          <p:sp>
            <p:nvSpPr>
              <p:cNvPr id="16" name="Rectangle 15">
                <a:extLst>
                  <a:ext uri="{FF2B5EF4-FFF2-40B4-BE49-F238E27FC236}">
                    <a16:creationId xmlns:a16="http://schemas.microsoft.com/office/drawing/2014/main" id="{BEE64698-3ED2-4395-B7FC-65248E437E0A}"/>
                  </a:ext>
                </a:extLst>
              </p:cNvPr>
              <p:cNvSpPr/>
              <p:nvPr/>
            </p:nvSpPr>
            <p:spPr>
              <a:xfrm>
                <a:off x="144000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7" name="Rectangle 16">
                <a:extLst>
                  <a:ext uri="{FF2B5EF4-FFF2-40B4-BE49-F238E27FC236}">
                    <a16:creationId xmlns:a16="http://schemas.microsoft.com/office/drawing/2014/main" id="{FE20B1E1-CE09-4C2A-A3FB-DB8026C54E98}"/>
                  </a:ext>
                </a:extLst>
              </p:cNvPr>
              <p:cNvSpPr/>
              <p:nvPr/>
            </p:nvSpPr>
            <p:spPr>
              <a:xfrm flipH="1">
                <a:off x="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sp>
          <p:nvSpPr>
            <p:cNvPr id="15" name="Rectangle 14">
              <a:extLst>
                <a:ext uri="{FF2B5EF4-FFF2-40B4-BE49-F238E27FC236}">
                  <a16:creationId xmlns:a16="http://schemas.microsoft.com/office/drawing/2014/main" id="{0CB2405B-A907-48B3-906A-FB3573C0B282}"/>
                </a:ext>
              </a:extLst>
            </p:cNvPr>
            <p:cNvSpPr>
              <a:spLocks noChangeAspect="1"/>
            </p:cNvSpPr>
            <p:nvPr/>
          </p:nvSpPr>
          <p:spPr>
            <a:xfrm rot="10800000">
              <a:off x="5602287" y="271887"/>
              <a:ext cx="6589713" cy="6589713"/>
            </a:xfrm>
            <a:prstGeom prst="rect">
              <a:avLst/>
            </a:prstGeom>
            <a:gradFill flip="none" rotWithShape="1">
              <a:gsLst>
                <a:gs pos="0">
                  <a:schemeClr val="accent3"/>
                </a:gs>
                <a:gs pos="60000">
                  <a:schemeClr val="accent3">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sp>
        <p:nvSpPr>
          <p:cNvPr id="20" name="Rectangle 19">
            <a:extLst>
              <a:ext uri="{FF2B5EF4-FFF2-40B4-BE49-F238E27FC236}">
                <a16:creationId xmlns:a16="http://schemas.microsoft.com/office/drawing/2014/main" id="{6DC8E2D9-6729-4614-8667-C1016D3182E4}"/>
              </a:ext>
            </a:extLst>
          </p:cNvPr>
          <p:cNvSpPr/>
          <p:nvPr/>
        </p:nvSpPr>
        <p:spPr>
          <a:xfrm>
            <a:off x="0" y="0"/>
            <a:ext cx="12192000" cy="6858000"/>
          </a:xfrm>
          <a:prstGeom prst="rect">
            <a:avLst/>
          </a:prstGeom>
          <a:solidFill>
            <a:schemeClr val="bg2">
              <a:alpha val="4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sp>
        <p:nvSpPr>
          <p:cNvPr id="2" name="Title 1">
            <a:extLst>
              <a:ext uri="{FF2B5EF4-FFF2-40B4-BE49-F238E27FC236}">
                <a16:creationId xmlns:a16="http://schemas.microsoft.com/office/drawing/2014/main" id="{85CEEBB1-1A1F-4A2C-B805-719CF98F68AB}"/>
              </a:ext>
            </a:extLst>
          </p:cNvPr>
          <p:cNvSpPr>
            <a:spLocks noGrp="1"/>
          </p:cNvSpPr>
          <p:nvPr>
            <p:ph type="ctrTitle"/>
          </p:nvPr>
        </p:nvSpPr>
        <p:spPr>
          <a:xfrm>
            <a:off x="540000" y="540000"/>
            <a:ext cx="11090273" cy="3798000"/>
          </a:xfrm>
        </p:spPr>
        <p:txBody>
          <a:bodyPr anchor="b"/>
          <a:lstStyle>
            <a:lvl1pPr algn="l">
              <a:defRPr sz="88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3D6CC87B-ED2D-4303-BD40-E7AF14C03EF1}"/>
              </a:ext>
            </a:extLst>
          </p:cNvPr>
          <p:cNvSpPr>
            <a:spLocks noGrp="1"/>
          </p:cNvSpPr>
          <p:nvPr>
            <p:ph type="subTitle" idx="1"/>
          </p:nvPr>
        </p:nvSpPr>
        <p:spPr>
          <a:xfrm>
            <a:off x="540000" y="4508500"/>
            <a:ext cx="7345362" cy="1800224"/>
          </a:xfrm>
        </p:spPr>
        <p:txBody>
          <a:bodyPr/>
          <a:lstStyle>
            <a:lvl1pPr marL="0" indent="0" algn="l">
              <a:buNone/>
              <a:defRPr sz="1600" cap="all" spc="3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D5D880B4-5679-491C-963F-EC47B048C559}"/>
              </a:ext>
            </a:extLst>
          </p:cNvPr>
          <p:cNvSpPr>
            <a:spLocks noGrp="1"/>
          </p:cNvSpPr>
          <p:nvPr>
            <p:ph type="dt" sz="half" idx="10"/>
          </p:nvPr>
        </p:nvSpPr>
        <p:spPr/>
        <p:txBody>
          <a:bodyPr/>
          <a:lstStyle/>
          <a:p>
            <a:fld id="{7CF0BCE0-945C-4FDF-95A1-2149B1FF5B83}" type="datetimeFigureOut">
              <a:rPr lang="en-US" smtClean="0"/>
              <a:t>02-Jul-26</a:t>
            </a:fld>
            <a:endParaRPr lang="en-US"/>
          </a:p>
        </p:txBody>
      </p:sp>
      <p:sp>
        <p:nvSpPr>
          <p:cNvPr id="5" name="Footer Placeholder 4">
            <a:extLst>
              <a:ext uri="{FF2B5EF4-FFF2-40B4-BE49-F238E27FC236}">
                <a16:creationId xmlns:a16="http://schemas.microsoft.com/office/drawing/2014/main" id="{01865D6D-3F98-4BE8-A069-B9640990280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A0CD51D-8E06-4959-88C9-647415079FC1}"/>
              </a:ext>
            </a:extLst>
          </p:cNvPr>
          <p:cNvSpPr>
            <a:spLocks noGrp="1"/>
          </p:cNvSpPr>
          <p:nvPr>
            <p:ph type="sldNum" sz="quarter" idx="12"/>
          </p:nvPr>
        </p:nvSpPr>
        <p:spPr/>
        <p:txBody>
          <a:bodyPr/>
          <a:lstStyle/>
          <a:p>
            <a:fld id="{4CD77608-3819-479B-BB98-C216BA724EFE}" type="slidenum">
              <a:rPr lang="en-US" smtClean="0"/>
              <a:t>‹#›</a:t>
            </a:fld>
            <a:endParaRPr lang="en-US"/>
          </a:p>
        </p:txBody>
      </p:sp>
    </p:spTree>
    <p:extLst>
      <p:ext uri="{BB962C8B-B14F-4D97-AF65-F5344CB8AC3E}">
        <p14:creationId xmlns:p14="http://schemas.microsoft.com/office/powerpoint/2010/main" val="22794226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grpSp>
        <p:nvGrpSpPr>
          <p:cNvPr id="31" name="Group 30">
            <a:extLst>
              <a:ext uri="{FF2B5EF4-FFF2-40B4-BE49-F238E27FC236}">
                <a16:creationId xmlns:a16="http://schemas.microsoft.com/office/drawing/2014/main" id="{67416F32-9D98-4340-82E8-E90CE00AD2AC}"/>
              </a:ext>
            </a:extLst>
          </p:cNvPr>
          <p:cNvGrpSpPr/>
          <p:nvPr/>
        </p:nvGrpSpPr>
        <p:grpSpPr>
          <a:xfrm flipV="1">
            <a:off x="0" y="-1"/>
            <a:ext cx="12191999" cy="6861601"/>
            <a:chOff x="0" y="-1"/>
            <a:chExt cx="12191999" cy="6861601"/>
          </a:xfrm>
        </p:grpSpPr>
        <p:sp>
          <p:nvSpPr>
            <p:cNvPr id="20" name="Rectangle 19">
              <a:extLst>
                <a:ext uri="{FF2B5EF4-FFF2-40B4-BE49-F238E27FC236}">
                  <a16:creationId xmlns:a16="http://schemas.microsoft.com/office/drawing/2014/main" id="{66375AB4-82BB-418F-A50F-6180F68724A4}"/>
                </a:ext>
              </a:extLst>
            </p:cNvPr>
            <p:cNvSpPr>
              <a:spLocks noChangeAspect="1"/>
            </p:cNvSpPr>
            <p:nvPr/>
          </p:nvSpPr>
          <p:spPr>
            <a:xfrm>
              <a:off x="0" y="0"/>
              <a:ext cx="5217886" cy="5217886"/>
            </a:xfrm>
            <a:prstGeom prst="rect">
              <a:avLst/>
            </a:prstGeom>
            <a:gradFill flip="none" rotWithShape="1">
              <a:gsLst>
                <a:gs pos="0">
                  <a:schemeClr val="accent2">
                    <a:alpha val="60000"/>
                  </a:schemeClr>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21" name="Oval 20">
              <a:extLst>
                <a:ext uri="{FF2B5EF4-FFF2-40B4-BE49-F238E27FC236}">
                  <a16:creationId xmlns:a16="http://schemas.microsoft.com/office/drawing/2014/main" id="{3FDD54B2-4A3F-4BFE-8FF0-82CA73F4AE8F}"/>
                </a:ext>
              </a:extLst>
            </p:cNvPr>
            <p:cNvSpPr>
              <a:spLocks noChangeAspect="1"/>
            </p:cNvSpPr>
            <p:nvPr/>
          </p:nvSpPr>
          <p:spPr>
            <a:xfrm>
              <a:off x="5750280" y="2148106"/>
              <a:ext cx="4320000" cy="4320000"/>
            </a:xfrm>
            <a:prstGeom prst="ellipse">
              <a:avLst/>
            </a:prstGeom>
            <a:solidFill>
              <a:schemeClr val="accent3">
                <a:alpha val="60000"/>
              </a:schemeClr>
            </a:solidFill>
            <a:ln>
              <a:noFill/>
            </a:ln>
            <a:effectLst>
              <a:softEdge rad="1016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22" name="Oval 21">
              <a:extLst>
                <a:ext uri="{FF2B5EF4-FFF2-40B4-BE49-F238E27FC236}">
                  <a16:creationId xmlns:a16="http://schemas.microsoft.com/office/drawing/2014/main" id="{30876F96-77AB-4E72-B1D2-FA45F4E3C04D}"/>
                </a:ext>
              </a:extLst>
            </p:cNvPr>
            <p:cNvSpPr>
              <a:spLocks noChangeAspect="1"/>
            </p:cNvSpPr>
            <p:nvPr/>
          </p:nvSpPr>
          <p:spPr>
            <a:xfrm>
              <a:off x="0" y="0"/>
              <a:ext cx="6347046" cy="6347046"/>
            </a:xfrm>
            <a:prstGeom prst="ellipse">
              <a:avLst/>
            </a:prstGeom>
            <a:solidFill>
              <a:schemeClr val="accent3">
                <a:alpha val="2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grpSp>
          <p:nvGrpSpPr>
            <p:cNvPr id="23" name="Group 22">
              <a:extLst>
                <a:ext uri="{FF2B5EF4-FFF2-40B4-BE49-F238E27FC236}">
                  <a16:creationId xmlns:a16="http://schemas.microsoft.com/office/drawing/2014/main" id="{BB08A2E9-6518-449E-940B-8518A1D850BB}"/>
                </a:ext>
              </a:extLst>
            </p:cNvPr>
            <p:cNvGrpSpPr>
              <a:grpSpLocks noChangeAspect="1"/>
            </p:cNvGrpSpPr>
            <p:nvPr/>
          </p:nvGrpSpPr>
          <p:grpSpPr>
            <a:xfrm rot="10800000">
              <a:off x="0" y="-1"/>
              <a:ext cx="10800000" cy="6858000"/>
              <a:chOff x="2328000" y="0"/>
              <a:chExt cx="2880000" cy="1440000"/>
            </a:xfrm>
          </p:grpSpPr>
          <p:sp>
            <p:nvSpPr>
              <p:cNvPr id="28" name="Rectangle 27">
                <a:extLst>
                  <a:ext uri="{FF2B5EF4-FFF2-40B4-BE49-F238E27FC236}">
                    <a16:creationId xmlns:a16="http://schemas.microsoft.com/office/drawing/2014/main" id="{60A86BE0-76B3-4EA0-BA2D-05266013A814}"/>
                  </a:ext>
                </a:extLst>
              </p:cNvPr>
              <p:cNvSpPr/>
              <p:nvPr/>
            </p:nvSpPr>
            <p:spPr>
              <a:xfrm>
                <a:off x="376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29" name="Rectangle 28">
                <a:extLst>
                  <a:ext uri="{FF2B5EF4-FFF2-40B4-BE49-F238E27FC236}">
                    <a16:creationId xmlns:a16="http://schemas.microsoft.com/office/drawing/2014/main" id="{6BA13564-810C-4398-AA63-67B020811FCB}"/>
                  </a:ext>
                </a:extLst>
              </p:cNvPr>
              <p:cNvSpPr/>
              <p:nvPr/>
            </p:nvSpPr>
            <p:spPr>
              <a:xfrm flipH="1">
                <a:off x="232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sp>
          <p:nvSpPr>
            <p:cNvPr id="25" name="Rectangle 24">
              <a:extLst>
                <a:ext uri="{FF2B5EF4-FFF2-40B4-BE49-F238E27FC236}">
                  <a16:creationId xmlns:a16="http://schemas.microsoft.com/office/drawing/2014/main" id="{3555E1EF-6216-47FA-BBCA-7C0C8C2DAB8C}"/>
                </a:ext>
              </a:extLst>
            </p:cNvPr>
            <p:cNvSpPr>
              <a:spLocks noChangeAspect="1"/>
            </p:cNvSpPr>
            <p:nvPr/>
          </p:nvSpPr>
          <p:spPr>
            <a:xfrm rot="10800000">
              <a:off x="5602286" y="271887"/>
              <a:ext cx="6589713" cy="6589713"/>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sp>
        <p:nvSpPr>
          <p:cNvPr id="32" name="Rectangle 31">
            <a:extLst>
              <a:ext uri="{FF2B5EF4-FFF2-40B4-BE49-F238E27FC236}">
                <a16:creationId xmlns:a16="http://schemas.microsoft.com/office/drawing/2014/main" id="{D8D85657-6A77-4466-887F-EE948B9CD2B2}"/>
              </a:ext>
            </a:extLst>
          </p:cNvPr>
          <p:cNvSpPr/>
          <p:nvPr/>
        </p:nvSpPr>
        <p:spPr>
          <a:xfrm>
            <a:off x="0" y="0"/>
            <a:ext cx="12192000" cy="6858000"/>
          </a:xfrm>
          <a:prstGeom prst="rect">
            <a:avLst/>
          </a:prstGeom>
          <a:solidFill>
            <a:schemeClr val="bg2">
              <a:alpha val="4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sp>
        <p:nvSpPr>
          <p:cNvPr id="2" name="Title 1">
            <a:extLst>
              <a:ext uri="{FF2B5EF4-FFF2-40B4-BE49-F238E27FC236}">
                <a16:creationId xmlns:a16="http://schemas.microsoft.com/office/drawing/2014/main" id="{C5D35498-B0C3-40BD-9407-6D0C0587E52D}"/>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3492F85E-0893-4D8C-816A-5193CC6DC9C0}"/>
              </a:ext>
            </a:extLst>
          </p:cNvPr>
          <p:cNvSpPr>
            <a:spLocks noGrp="1"/>
          </p:cNvSpPr>
          <p:nvPr>
            <p:ph idx="1"/>
          </p:nvPr>
        </p:nvSpPr>
        <p:spPr/>
        <p:txBody>
          <a:bodyPr/>
          <a:lstStyle>
            <a:lvl1pPr marL="270000">
              <a:defRPr/>
            </a:lvl1pPr>
            <a:lvl2pPr>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D5D46A9C-9655-49F5-85B3-A8A37F4F5A8F}"/>
              </a:ext>
            </a:extLst>
          </p:cNvPr>
          <p:cNvSpPr>
            <a:spLocks noGrp="1"/>
          </p:cNvSpPr>
          <p:nvPr>
            <p:ph type="dt" sz="half" idx="10"/>
          </p:nvPr>
        </p:nvSpPr>
        <p:spPr/>
        <p:txBody>
          <a:bodyPr/>
          <a:lstStyle/>
          <a:p>
            <a:fld id="{7CF0BCE0-945C-4FDF-95A1-2149B1FF5B83}" type="datetimeFigureOut">
              <a:rPr lang="en-US" smtClean="0"/>
              <a:t>02-Jul-26</a:t>
            </a:fld>
            <a:endParaRPr lang="en-US"/>
          </a:p>
        </p:txBody>
      </p:sp>
      <p:sp>
        <p:nvSpPr>
          <p:cNvPr id="5" name="Footer Placeholder 4">
            <a:extLst>
              <a:ext uri="{FF2B5EF4-FFF2-40B4-BE49-F238E27FC236}">
                <a16:creationId xmlns:a16="http://schemas.microsoft.com/office/drawing/2014/main" id="{72EF896C-71D7-487F-A1B9-CBBE6DF4D62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F8228E8-7B8A-4153-BEB2-BD5A69F25131}"/>
              </a:ext>
            </a:extLst>
          </p:cNvPr>
          <p:cNvSpPr>
            <a:spLocks noGrp="1"/>
          </p:cNvSpPr>
          <p:nvPr>
            <p:ph type="sldNum" sz="quarter" idx="12"/>
          </p:nvPr>
        </p:nvSpPr>
        <p:spPr/>
        <p:txBody>
          <a:bodyPr/>
          <a:lstStyle/>
          <a:p>
            <a:fld id="{4CD77608-3819-479B-BB98-C216BA724EFE}" type="slidenum">
              <a:rPr lang="en-US" smtClean="0"/>
              <a:t>‹#›</a:t>
            </a:fld>
            <a:endParaRPr lang="en-US"/>
          </a:p>
        </p:txBody>
      </p:sp>
    </p:spTree>
    <p:extLst>
      <p:ext uri="{BB962C8B-B14F-4D97-AF65-F5344CB8AC3E}">
        <p14:creationId xmlns:p14="http://schemas.microsoft.com/office/powerpoint/2010/main" val="13055062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1E54407D-DBA4-414C-ACA5-30D7B87C652B}"/>
              </a:ext>
            </a:extLst>
          </p:cNvPr>
          <p:cNvGrpSpPr/>
          <p:nvPr/>
        </p:nvGrpSpPr>
        <p:grpSpPr>
          <a:xfrm>
            <a:off x="0" y="0"/>
            <a:ext cx="12192000" cy="6858000"/>
            <a:chOff x="0" y="0"/>
            <a:chExt cx="12192000" cy="6858000"/>
          </a:xfrm>
        </p:grpSpPr>
        <p:sp>
          <p:nvSpPr>
            <p:cNvPr id="7" name="Rectangle 6">
              <a:extLst>
                <a:ext uri="{FF2B5EF4-FFF2-40B4-BE49-F238E27FC236}">
                  <a16:creationId xmlns:a16="http://schemas.microsoft.com/office/drawing/2014/main" id="{6BD518BC-8E44-4DAA-A8B9-2CFBD91DCDCD}"/>
                </a:ext>
              </a:extLst>
            </p:cNvPr>
            <p:cNvSpPr/>
            <p:nvPr/>
          </p:nvSpPr>
          <p:spPr>
            <a:xfrm rot="10800000" flipH="1">
              <a:off x="0" y="2019649"/>
              <a:ext cx="4838350" cy="483835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967C3660-39CD-431D-8E64-37508FFEAC96}"/>
                </a:ext>
              </a:extLst>
            </p:cNvPr>
            <p:cNvGrpSpPr>
              <a:grpSpLocks noChangeAspect="1"/>
            </p:cNvGrpSpPr>
            <p:nvPr/>
          </p:nvGrpSpPr>
          <p:grpSpPr>
            <a:xfrm>
              <a:off x="5603875" y="0"/>
              <a:ext cx="6521820" cy="3260910"/>
              <a:chOff x="0" y="0"/>
              <a:chExt cx="2880000" cy="1440000"/>
            </a:xfrm>
          </p:grpSpPr>
          <p:sp>
            <p:nvSpPr>
              <p:cNvPr id="9" name="Rectangle 8">
                <a:extLst>
                  <a:ext uri="{FF2B5EF4-FFF2-40B4-BE49-F238E27FC236}">
                    <a16:creationId xmlns:a16="http://schemas.microsoft.com/office/drawing/2014/main" id="{C4CCE569-E461-438A-A235-B96A542AF82F}"/>
                  </a:ext>
                </a:extLst>
              </p:cNvPr>
              <p:cNvSpPr/>
              <p:nvPr/>
            </p:nvSpPr>
            <p:spPr>
              <a:xfrm>
                <a:off x="144000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73F9DF1F-1F74-476C-AD41-22AC3F8A65A0}"/>
                  </a:ext>
                </a:extLst>
              </p:cNvPr>
              <p:cNvSpPr/>
              <p:nvPr/>
            </p:nvSpPr>
            <p:spPr>
              <a:xfrm flipH="1">
                <a:off x="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1" name="Rectangle 10">
              <a:extLst>
                <a:ext uri="{FF2B5EF4-FFF2-40B4-BE49-F238E27FC236}">
                  <a16:creationId xmlns:a16="http://schemas.microsoft.com/office/drawing/2014/main" id="{EBE49ED5-9713-43D1-AE9E-3F9FE5574077}"/>
                </a:ext>
              </a:extLst>
            </p:cNvPr>
            <p:cNvSpPr>
              <a:spLocks noChangeAspect="1"/>
            </p:cNvSpPr>
            <p:nvPr/>
          </p:nvSpPr>
          <p:spPr>
            <a:xfrm rot="5400000">
              <a:off x="5334000" y="0"/>
              <a:ext cx="6858000" cy="6858000"/>
            </a:xfrm>
            <a:prstGeom prst="rect">
              <a:avLst/>
            </a:prstGeom>
            <a:gradFill flip="none" rotWithShape="1">
              <a:gsLst>
                <a:gs pos="0">
                  <a:schemeClr val="accent3">
                    <a:alpha val="60000"/>
                  </a:schemeClr>
                </a:gs>
                <a:gs pos="60000">
                  <a:schemeClr val="accent3">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D21A2854-1482-4441-85EA-D7B9F3EF56D2}"/>
                </a:ext>
              </a:extLst>
            </p:cNvPr>
            <p:cNvSpPr>
              <a:spLocks noChangeAspect="1"/>
            </p:cNvSpPr>
            <p:nvPr/>
          </p:nvSpPr>
          <p:spPr>
            <a:xfrm>
              <a:off x="494887" y="2538000"/>
              <a:ext cx="4320000" cy="4320000"/>
            </a:xfrm>
            <a:prstGeom prst="ellipse">
              <a:avLst/>
            </a:prstGeom>
            <a:solidFill>
              <a:schemeClr val="accent2">
                <a:alpha val="20000"/>
              </a:schemeClr>
            </a:solidFill>
            <a:ln>
              <a:noFill/>
            </a:ln>
            <a:effectLst>
              <a:softEdge rad="1016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FED36A6D-894D-44DA-851C-345A414F3F68}"/>
              </a:ext>
            </a:extLst>
          </p:cNvPr>
          <p:cNvSpPr/>
          <p:nvPr/>
        </p:nvSpPr>
        <p:spPr>
          <a:xfrm>
            <a:off x="0" y="0"/>
            <a:ext cx="12192000" cy="6858000"/>
          </a:xfrm>
          <a:prstGeom prst="rect">
            <a:avLst/>
          </a:prstGeom>
          <a:solidFill>
            <a:schemeClr val="bg2">
              <a:alpha val="4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sp>
        <p:nvSpPr>
          <p:cNvPr id="2" name="Title 1">
            <a:extLst>
              <a:ext uri="{FF2B5EF4-FFF2-40B4-BE49-F238E27FC236}">
                <a16:creationId xmlns:a16="http://schemas.microsoft.com/office/drawing/2014/main" id="{9D36F1DF-CD42-4695-A7D0-2F5B193057E9}"/>
              </a:ext>
            </a:extLst>
          </p:cNvPr>
          <p:cNvSpPr>
            <a:spLocks noGrp="1"/>
          </p:cNvSpPr>
          <p:nvPr>
            <p:ph type="title"/>
          </p:nvPr>
        </p:nvSpPr>
        <p:spPr>
          <a:xfrm>
            <a:off x="540000" y="540000"/>
            <a:ext cx="7345362" cy="5768725"/>
          </a:xfrm>
        </p:spPr>
        <p:txBody>
          <a:bodyPr anchor="t"/>
          <a:lstStyle>
            <a:lvl1pPr>
              <a:defRPr sz="88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FA549160-0F86-4FCA-8718-6980E99C7938}"/>
              </a:ext>
            </a:extLst>
          </p:cNvPr>
          <p:cNvSpPr>
            <a:spLocks noGrp="1"/>
          </p:cNvSpPr>
          <p:nvPr>
            <p:ph type="body" idx="1"/>
          </p:nvPr>
        </p:nvSpPr>
        <p:spPr>
          <a:xfrm>
            <a:off x="8075612" y="540000"/>
            <a:ext cx="3565523" cy="5768725"/>
          </a:xfrm>
        </p:spPr>
        <p:txBody>
          <a:bodyPr anchor="t"/>
          <a:lstStyle>
            <a:lvl1pPr marL="0" indent="0">
              <a:buNone/>
              <a:defRPr sz="1800" cap="all" spc="300" baseline="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B5C6CBB-DABA-4F2E-8574-46747E15EA1A}"/>
              </a:ext>
            </a:extLst>
          </p:cNvPr>
          <p:cNvSpPr>
            <a:spLocks noGrp="1"/>
          </p:cNvSpPr>
          <p:nvPr>
            <p:ph type="dt" sz="half" idx="10"/>
          </p:nvPr>
        </p:nvSpPr>
        <p:spPr/>
        <p:txBody>
          <a:bodyPr/>
          <a:lstStyle/>
          <a:p>
            <a:fld id="{7CF0BCE0-945C-4FDF-95A1-2149B1FF5B83}" type="datetimeFigureOut">
              <a:rPr lang="en-US" smtClean="0"/>
              <a:t>02-Jul-26</a:t>
            </a:fld>
            <a:endParaRPr lang="en-US" dirty="0"/>
          </a:p>
        </p:txBody>
      </p:sp>
      <p:sp>
        <p:nvSpPr>
          <p:cNvPr id="5" name="Footer Placeholder 4">
            <a:extLst>
              <a:ext uri="{FF2B5EF4-FFF2-40B4-BE49-F238E27FC236}">
                <a16:creationId xmlns:a16="http://schemas.microsoft.com/office/drawing/2014/main" id="{8FAF86BC-9ECC-439C-BF2E-F0B7EF193B5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3C742552-C4C9-44EE-B7CB-5A652393BA20}"/>
              </a:ext>
            </a:extLst>
          </p:cNvPr>
          <p:cNvSpPr>
            <a:spLocks noGrp="1"/>
          </p:cNvSpPr>
          <p:nvPr>
            <p:ph type="sldNum" sz="quarter" idx="12"/>
          </p:nvPr>
        </p:nvSpPr>
        <p:spPr/>
        <p:txBody>
          <a:bodyPr/>
          <a:lstStyle/>
          <a:p>
            <a:fld id="{4CD77608-3819-479B-BB98-C216BA724EFE}" type="slidenum">
              <a:rPr lang="en-US" smtClean="0"/>
              <a:t>‹#›</a:t>
            </a:fld>
            <a:endParaRPr lang="en-US"/>
          </a:p>
        </p:txBody>
      </p:sp>
    </p:spTree>
    <p:extLst>
      <p:ext uri="{BB962C8B-B14F-4D97-AF65-F5344CB8AC3E}">
        <p14:creationId xmlns:p14="http://schemas.microsoft.com/office/powerpoint/2010/main" val="40922844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A5774299-531D-4CAC-881D-7EB68BC99FCC}"/>
              </a:ext>
            </a:extLst>
          </p:cNvPr>
          <p:cNvGrpSpPr/>
          <p:nvPr/>
        </p:nvGrpSpPr>
        <p:grpSpPr>
          <a:xfrm>
            <a:off x="0" y="-3"/>
            <a:ext cx="12192000" cy="6858003"/>
            <a:chOff x="0" y="-3"/>
            <a:chExt cx="12192000" cy="6858003"/>
          </a:xfrm>
        </p:grpSpPr>
        <p:sp useBgFill="1">
          <p:nvSpPr>
            <p:cNvPr id="9" name="Rectangle 8">
              <a:extLst>
                <a:ext uri="{FF2B5EF4-FFF2-40B4-BE49-F238E27FC236}">
                  <a16:creationId xmlns:a16="http://schemas.microsoft.com/office/drawing/2014/main" id="{A17676CF-DDCC-48C1-AC68-CDA0B9E47FD8}"/>
                </a:ext>
              </a:extLst>
            </p:cNvPr>
            <p:cNvSpPr/>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E052D363-F6F5-455B-A2F2-A12B30CEE528}"/>
                </a:ext>
              </a:extLst>
            </p:cNvPr>
            <p:cNvGrpSpPr>
              <a:grpSpLocks noChangeAspect="1"/>
            </p:cNvGrpSpPr>
            <p:nvPr/>
          </p:nvGrpSpPr>
          <p:grpSpPr>
            <a:xfrm>
              <a:off x="672000" y="-3"/>
              <a:ext cx="11520000" cy="5760000"/>
              <a:chOff x="5981700" y="-1"/>
              <a:chExt cx="6042660" cy="3021330"/>
            </a:xfrm>
          </p:grpSpPr>
          <p:sp>
            <p:nvSpPr>
              <p:cNvPr id="17" name="Rectangle 16">
                <a:extLst>
                  <a:ext uri="{FF2B5EF4-FFF2-40B4-BE49-F238E27FC236}">
                    <a16:creationId xmlns:a16="http://schemas.microsoft.com/office/drawing/2014/main" id="{D0C396B8-00CA-4AE9-A0A5-B4E2B2A2AC07}"/>
                  </a:ext>
                </a:extLst>
              </p:cNvPr>
              <p:cNvSpPr/>
              <p:nvPr/>
            </p:nvSpPr>
            <p:spPr>
              <a:xfrm>
                <a:off x="9003030" y="-1"/>
                <a:ext cx="3021330" cy="3021330"/>
              </a:xfrm>
              <a:prstGeom prst="rect">
                <a:avLst/>
              </a:prstGeom>
              <a:gradFill flip="none" rotWithShape="1">
                <a:gsLst>
                  <a:gs pos="0">
                    <a:schemeClr val="accent1">
                      <a:alpha val="60000"/>
                    </a:schemeClr>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F6660166-3107-4058-A259-59B0527306BD}"/>
                  </a:ext>
                </a:extLst>
              </p:cNvPr>
              <p:cNvSpPr/>
              <p:nvPr/>
            </p:nvSpPr>
            <p:spPr>
              <a:xfrm flipH="1">
                <a:off x="5981700" y="-1"/>
                <a:ext cx="3021330" cy="3021330"/>
              </a:xfrm>
              <a:prstGeom prst="rect">
                <a:avLst/>
              </a:prstGeom>
              <a:gradFill flip="none" rotWithShape="1">
                <a:gsLst>
                  <a:gs pos="0">
                    <a:schemeClr val="accent1">
                      <a:alpha val="60000"/>
                    </a:schemeClr>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1" name="Rectangle 10">
              <a:extLst>
                <a:ext uri="{FF2B5EF4-FFF2-40B4-BE49-F238E27FC236}">
                  <a16:creationId xmlns:a16="http://schemas.microsoft.com/office/drawing/2014/main" id="{42BE934E-3063-4D0F-AFDE-68D58D336CBE}"/>
                </a:ext>
              </a:extLst>
            </p:cNvPr>
            <p:cNvSpPr>
              <a:spLocks noChangeAspect="1"/>
            </p:cNvSpPr>
            <p:nvPr/>
          </p:nvSpPr>
          <p:spPr>
            <a:xfrm rot="5400000">
              <a:off x="5334000" y="0"/>
              <a:ext cx="6858000" cy="6858000"/>
            </a:xfrm>
            <a:prstGeom prst="rect">
              <a:avLst/>
            </a:prstGeom>
            <a:gradFill flip="none" rotWithShape="1">
              <a:gsLst>
                <a:gs pos="0">
                  <a:schemeClr val="accent3">
                    <a:alpha val="60000"/>
                  </a:schemeClr>
                </a:gs>
                <a:gs pos="60000">
                  <a:schemeClr val="accent3">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039660FA-744A-4CB3-9BED-C59793E3BF32}"/>
                </a:ext>
              </a:extLst>
            </p:cNvPr>
            <p:cNvSpPr>
              <a:spLocks noChangeAspect="1"/>
            </p:cNvSpPr>
            <p:nvPr/>
          </p:nvSpPr>
          <p:spPr>
            <a:xfrm>
              <a:off x="0" y="2538000"/>
              <a:ext cx="4320000" cy="4320000"/>
            </a:xfrm>
            <a:prstGeom prst="ellipse">
              <a:avLst/>
            </a:prstGeom>
            <a:solidFill>
              <a:schemeClr val="accent3">
                <a:alpha val="4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oup 12">
              <a:extLst>
                <a:ext uri="{FF2B5EF4-FFF2-40B4-BE49-F238E27FC236}">
                  <a16:creationId xmlns:a16="http://schemas.microsoft.com/office/drawing/2014/main" id="{AE313EEC-733B-4019-8A0B-3FA768B8DB7A}"/>
                </a:ext>
              </a:extLst>
            </p:cNvPr>
            <p:cNvGrpSpPr/>
            <p:nvPr/>
          </p:nvGrpSpPr>
          <p:grpSpPr>
            <a:xfrm rot="10800000">
              <a:off x="1" y="2948940"/>
              <a:ext cx="7818118" cy="3909059"/>
              <a:chOff x="0" y="0"/>
              <a:chExt cx="2880000" cy="1440000"/>
            </a:xfrm>
          </p:grpSpPr>
          <p:sp>
            <p:nvSpPr>
              <p:cNvPr id="15" name="Rectangle 14">
                <a:extLst>
                  <a:ext uri="{FF2B5EF4-FFF2-40B4-BE49-F238E27FC236}">
                    <a16:creationId xmlns:a16="http://schemas.microsoft.com/office/drawing/2014/main" id="{421FE91F-780C-4ABD-ADE8-0EFDB7196A10}"/>
                  </a:ext>
                </a:extLst>
              </p:cNvPr>
              <p:cNvSpPr/>
              <p:nvPr/>
            </p:nvSpPr>
            <p:spPr>
              <a:xfrm>
                <a:off x="144000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109EA389-EE78-4475-A390-5EDED23C2D68}"/>
                  </a:ext>
                </a:extLst>
              </p:cNvPr>
              <p:cNvSpPr/>
              <p:nvPr/>
            </p:nvSpPr>
            <p:spPr>
              <a:xfrm flipH="1">
                <a:off x="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5E492A94-8867-4C62-9D40-4023C41E0AF8}"/>
                </a:ext>
              </a:extLst>
            </p:cNvPr>
            <p:cNvSpPr>
              <a:spLocks noChangeAspect="1"/>
            </p:cNvSpPr>
            <p:nvPr/>
          </p:nvSpPr>
          <p:spPr>
            <a:xfrm rot="10800000" flipH="1">
              <a:off x="0" y="521786"/>
              <a:ext cx="6336213" cy="6336213"/>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9" name="Rectangle 18">
            <a:extLst>
              <a:ext uri="{FF2B5EF4-FFF2-40B4-BE49-F238E27FC236}">
                <a16:creationId xmlns:a16="http://schemas.microsoft.com/office/drawing/2014/main" id="{A3DAD7C5-BA12-4557-8BC4-72C69B0D59DD}"/>
              </a:ext>
            </a:extLst>
          </p:cNvPr>
          <p:cNvSpPr/>
          <p:nvPr/>
        </p:nvSpPr>
        <p:spPr>
          <a:xfrm>
            <a:off x="0" y="0"/>
            <a:ext cx="12192000" cy="6858000"/>
          </a:xfrm>
          <a:prstGeom prst="rect">
            <a:avLst/>
          </a:prstGeom>
          <a:solidFill>
            <a:schemeClr val="bg2">
              <a:alpha val="4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sp>
        <p:nvSpPr>
          <p:cNvPr id="2" name="Title 1">
            <a:extLst>
              <a:ext uri="{FF2B5EF4-FFF2-40B4-BE49-F238E27FC236}">
                <a16:creationId xmlns:a16="http://schemas.microsoft.com/office/drawing/2014/main" id="{854412EC-56C0-4009-B2E3-D63F9EECB9D4}"/>
              </a:ext>
            </a:extLst>
          </p:cNvPr>
          <p:cNvSpPr>
            <a:spLocks noGrp="1"/>
          </p:cNvSpPr>
          <p:nvPr>
            <p:ph type="title"/>
          </p:nvPr>
        </p:nvSpPr>
        <p:spPr>
          <a:xfrm>
            <a:off x="540000" y="539999"/>
            <a:ext cx="11090275" cy="1209600"/>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AB70C84F-F3B7-4BF4-A328-BCF5ADD32944}"/>
              </a:ext>
            </a:extLst>
          </p:cNvPr>
          <p:cNvSpPr>
            <a:spLocks noGrp="1"/>
          </p:cNvSpPr>
          <p:nvPr>
            <p:ph sz="half" idx="1"/>
          </p:nvPr>
        </p:nvSpPr>
        <p:spPr>
          <a:xfrm>
            <a:off x="540000" y="1929600"/>
            <a:ext cx="5437186" cy="438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EF919CD5-DBB4-4749-980D-B5B40ECB67B9}"/>
              </a:ext>
            </a:extLst>
          </p:cNvPr>
          <p:cNvSpPr>
            <a:spLocks noGrp="1"/>
          </p:cNvSpPr>
          <p:nvPr>
            <p:ph sz="half" idx="2"/>
          </p:nvPr>
        </p:nvSpPr>
        <p:spPr>
          <a:xfrm>
            <a:off x="6203950" y="1929600"/>
            <a:ext cx="5437186" cy="438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0BCFC378-6572-43DF-8344-59DE8122CD12}"/>
              </a:ext>
            </a:extLst>
          </p:cNvPr>
          <p:cNvSpPr>
            <a:spLocks noGrp="1"/>
          </p:cNvSpPr>
          <p:nvPr>
            <p:ph type="dt" sz="half" idx="10"/>
          </p:nvPr>
        </p:nvSpPr>
        <p:spPr/>
        <p:txBody>
          <a:bodyPr/>
          <a:lstStyle/>
          <a:p>
            <a:fld id="{7CF0BCE0-945C-4FDF-95A1-2149B1FF5B83}" type="datetimeFigureOut">
              <a:rPr lang="en-US" smtClean="0"/>
              <a:t>02-Jul-26</a:t>
            </a:fld>
            <a:endParaRPr lang="en-US"/>
          </a:p>
        </p:txBody>
      </p:sp>
      <p:sp>
        <p:nvSpPr>
          <p:cNvPr id="6" name="Footer Placeholder 5">
            <a:extLst>
              <a:ext uri="{FF2B5EF4-FFF2-40B4-BE49-F238E27FC236}">
                <a16:creationId xmlns:a16="http://schemas.microsoft.com/office/drawing/2014/main" id="{36967A14-246A-4DDF-865C-68F6E16906B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9674B6D-E110-478C-94B9-2F8199E586DC}"/>
              </a:ext>
            </a:extLst>
          </p:cNvPr>
          <p:cNvSpPr>
            <a:spLocks noGrp="1"/>
          </p:cNvSpPr>
          <p:nvPr>
            <p:ph type="sldNum" sz="quarter" idx="12"/>
          </p:nvPr>
        </p:nvSpPr>
        <p:spPr/>
        <p:txBody>
          <a:bodyPr/>
          <a:lstStyle/>
          <a:p>
            <a:fld id="{4CD77608-3819-479B-BB98-C216BA724EFE}" type="slidenum">
              <a:rPr lang="en-US" smtClean="0"/>
              <a:t>‹#›</a:t>
            </a:fld>
            <a:endParaRPr lang="en-US"/>
          </a:p>
        </p:txBody>
      </p:sp>
    </p:spTree>
    <p:extLst>
      <p:ext uri="{BB962C8B-B14F-4D97-AF65-F5344CB8AC3E}">
        <p14:creationId xmlns:p14="http://schemas.microsoft.com/office/powerpoint/2010/main" val="5234875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5130F7E5-A40E-4C9C-8E4F-3935B9182C4A}"/>
              </a:ext>
            </a:extLst>
          </p:cNvPr>
          <p:cNvGrpSpPr/>
          <p:nvPr/>
        </p:nvGrpSpPr>
        <p:grpSpPr>
          <a:xfrm>
            <a:off x="0" y="-2"/>
            <a:ext cx="12191999" cy="6858001"/>
            <a:chOff x="0" y="-2"/>
            <a:chExt cx="12191999" cy="6858001"/>
          </a:xfrm>
        </p:grpSpPr>
        <p:sp>
          <p:nvSpPr>
            <p:cNvPr id="12" name="Rectangle 11">
              <a:extLst>
                <a:ext uri="{FF2B5EF4-FFF2-40B4-BE49-F238E27FC236}">
                  <a16:creationId xmlns:a16="http://schemas.microsoft.com/office/drawing/2014/main" id="{AE67B504-02A7-4203-87D0-07D333D71917}"/>
                </a:ext>
              </a:extLst>
            </p:cNvPr>
            <p:cNvSpPr/>
            <p:nvPr/>
          </p:nvSpPr>
          <p:spPr>
            <a:xfrm>
              <a:off x="7995665" y="2562224"/>
              <a:ext cx="4196334" cy="4295775"/>
            </a:xfrm>
            <a:prstGeom prst="rect">
              <a:avLst/>
            </a:prstGeom>
            <a:gradFill flip="none" rotWithShape="1">
              <a:gsLst>
                <a:gs pos="0">
                  <a:schemeClr val="accent3">
                    <a:alpha val="40000"/>
                  </a:schemeClr>
                </a:gs>
                <a:gs pos="34000">
                  <a:schemeClr val="accent3">
                    <a:alpha val="20000"/>
                  </a:schemeClr>
                </a:gs>
                <a:gs pos="65000">
                  <a:schemeClr val="accent3">
                    <a:alpha val="0"/>
                  </a:schemeClr>
                </a:gs>
              </a:gsLst>
              <a:path path="circle">
                <a:fillToRect l="100000" t="100000"/>
              </a:path>
              <a:tileRect r="-100000" b="-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oup 12">
              <a:extLst>
                <a:ext uri="{FF2B5EF4-FFF2-40B4-BE49-F238E27FC236}">
                  <a16:creationId xmlns:a16="http://schemas.microsoft.com/office/drawing/2014/main" id="{DA1158F3-E1C3-400D-8505-628DB94365CE}"/>
                </a:ext>
              </a:extLst>
            </p:cNvPr>
            <p:cNvGrpSpPr/>
            <p:nvPr/>
          </p:nvGrpSpPr>
          <p:grpSpPr>
            <a:xfrm rot="16200000">
              <a:off x="2295528" y="-2295528"/>
              <a:ext cx="6858000" cy="11449051"/>
              <a:chOff x="0" y="2333625"/>
              <a:chExt cx="9515474" cy="3766109"/>
            </a:xfrm>
          </p:grpSpPr>
          <p:sp>
            <p:nvSpPr>
              <p:cNvPr id="23" name="Rectangle 22">
                <a:extLst>
                  <a:ext uri="{FF2B5EF4-FFF2-40B4-BE49-F238E27FC236}">
                    <a16:creationId xmlns:a16="http://schemas.microsoft.com/office/drawing/2014/main" id="{0AEADDCE-3295-4F24-8700-C93B5457C2B7}"/>
                  </a:ext>
                </a:extLst>
              </p:cNvPr>
              <p:cNvSpPr/>
              <p:nvPr/>
            </p:nvSpPr>
            <p:spPr>
              <a:xfrm>
                <a:off x="4757737" y="2333625"/>
                <a:ext cx="4757737" cy="3766109"/>
              </a:xfrm>
              <a:prstGeom prst="rect">
                <a:avLst/>
              </a:prstGeom>
              <a:gradFill flip="none" rotWithShape="1">
                <a:gsLst>
                  <a:gs pos="0">
                    <a:schemeClr val="accent2">
                      <a:alpha val="60000"/>
                    </a:schemeClr>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1F95C76A-5429-458C-BC9D-E1053EF7B84F}"/>
                  </a:ext>
                </a:extLst>
              </p:cNvPr>
              <p:cNvSpPr/>
              <p:nvPr/>
            </p:nvSpPr>
            <p:spPr>
              <a:xfrm flipH="1">
                <a:off x="0" y="2333625"/>
                <a:ext cx="4757737" cy="3766109"/>
              </a:xfrm>
              <a:prstGeom prst="rect">
                <a:avLst/>
              </a:prstGeom>
              <a:gradFill flip="none" rotWithShape="1">
                <a:gsLst>
                  <a:gs pos="0">
                    <a:schemeClr val="accent2">
                      <a:alpha val="60000"/>
                    </a:schemeClr>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4" name="Group 13">
              <a:extLst>
                <a:ext uri="{FF2B5EF4-FFF2-40B4-BE49-F238E27FC236}">
                  <a16:creationId xmlns:a16="http://schemas.microsoft.com/office/drawing/2014/main" id="{3D0E8A42-259A-43FA-B284-B459D7364097}"/>
                </a:ext>
              </a:extLst>
            </p:cNvPr>
            <p:cNvGrpSpPr>
              <a:grpSpLocks noChangeAspect="1"/>
            </p:cNvGrpSpPr>
            <p:nvPr/>
          </p:nvGrpSpPr>
          <p:grpSpPr>
            <a:xfrm rot="5400000">
              <a:off x="3583369" y="-3583369"/>
              <a:ext cx="4713262" cy="11880000"/>
              <a:chOff x="1" y="0"/>
              <a:chExt cx="8305797" cy="6858000"/>
            </a:xfrm>
          </p:grpSpPr>
          <p:sp>
            <p:nvSpPr>
              <p:cNvPr id="21" name="Rectangle 20">
                <a:extLst>
                  <a:ext uri="{FF2B5EF4-FFF2-40B4-BE49-F238E27FC236}">
                    <a16:creationId xmlns:a16="http://schemas.microsoft.com/office/drawing/2014/main" id="{7900B4F1-619C-4C0E-B749-1843F22C946A}"/>
                  </a:ext>
                </a:extLst>
              </p:cNvPr>
              <p:cNvSpPr/>
              <p:nvPr/>
            </p:nvSpPr>
            <p:spPr>
              <a:xfrm>
                <a:off x="931" y="3429000"/>
                <a:ext cx="8304867" cy="3429000"/>
              </a:xfrm>
              <a:prstGeom prst="rect">
                <a:avLst/>
              </a:prstGeom>
              <a:gradFill flip="none" rotWithShape="1">
                <a:gsLst>
                  <a:gs pos="0">
                    <a:schemeClr val="accent3">
                      <a:alpha val="60000"/>
                    </a:schemeClr>
                  </a:gs>
                  <a:gs pos="63000">
                    <a:schemeClr val="accent3">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Rectangle 21">
                <a:extLst>
                  <a:ext uri="{FF2B5EF4-FFF2-40B4-BE49-F238E27FC236}">
                    <a16:creationId xmlns:a16="http://schemas.microsoft.com/office/drawing/2014/main" id="{6E6F70BB-DCCC-4CF0-B5BB-95A965A99947}"/>
                  </a:ext>
                </a:extLst>
              </p:cNvPr>
              <p:cNvSpPr/>
              <p:nvPr/>
            </p:nvSpPr>
            <p:spPr>
              <a:xfrm flipV="1">
                <a:off x="1" y="0"/>
                <a:ext cx="8304867" cy="3429000"/>
              </a:xfrm>
              <a:prstGeom prst="rect">
                <a:avLst/>
              </a:prstGeom>
              <a:gradFill flip="none" rotWithShape="1">
                <a:gsLst>
                  <a:gs pos="0">
                    <a:schemeClr val="accent3">
                      <a:alpha val="60000"/>
                    </a:schemeClr>
                  </a:gs>
                  <a:gs pos="63000">
                    <a:schemeClr val="accent3">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5" name="Group 14">
              <a:extLst>
                <a:ext uri="{FF2B5EF4-FFF2-40B4-BE49-F238E27FC236}">
                  <a16:creationId xmlns:a16="http://schemas.microsoft.com/office/drawing/2014/main" id="{83E6C50C-C1DA-44E1-B254-3B7228879DCD}"/>
                </a:ext>
              </a:extLst>
            </p:cNvPr>
            <p:cNvGrpSpPr/>
            <p:nvPr/>
          </p:nvGrpSpPr>
          <p:grpSpPr>
            <a:xfrm>
              <a:off x="2676525" y="0"/>
              <a:ext cx="9515473" cy="3766109"/>
              <a:chOff x="2333625" y="2433367"/>
              <a:chExt cx="9897159" cy="3766109"/>
            </a:xfrm>
          </p:grpSpPr>
          <p:sp>
            <p:nvSpPr>
              <p:cNvPr id="19" name="Rectangle 18">
                <a:extLst>
                  <a:ext uri="{FF2B5EF4-FFF2-40B4-BE49-F238E27FC236}">
                    <a16:creationId xmlns:a16="http://schemas.microsoft.com/office/drawing/2014/main" id="{DFC6EEED-A40A-4D1C-BE6B-11DD62770607}"/>
                  </a:ext>
                </a:extLst>
              </p:cNvPr>
              <p:cNvSpPr/>
              <p:nvPr/>
            </p:nvSpPr>
            <p:spPr>
              <a:xfrm>
                <a:off x="7282205" y="2433367"/>
                <a:ext cx="4948579" cy="3766109"/>
              </a:xfrm>
              <a:prstGeom prst="rect">
                <a:avLst/>
              </a:prstGeom>
              <a:gradFill flip="none" rotWithShape="1">
                <a:gsLst>
                  <a:gs pos="0">
                    <a:schemeClr val="accent1">
                      <a:alpha val="60000"/>
                    </a:schemeClr>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527FF3FB-FDFC-4659-A7D6-ABED74010E82}"/>
                  </a:ext>
                </a:extLst>
              </p:cNvPr>
              <p:cNvSpPr/>
              <p:nvPr/>
            </p:nvSpPr>
            <p:spPr>
              <a:xfrm flipH="1">
                <a:off x="2333625" y="2433367"/>
                <a:ext cx="4948579" cy="3766109"/>
              </a:xfrm>
              <a:prstGeom prst="rect">
                <a:avLst/>
              </a:prstGeom>
              <a:gradFill flip="none" rotWithShape="1">
                <a:gsLst>
                  <a:gs pos="0">
                    <a:schemeClr val="accent1">
                      <a:alpha val="60000"/>
                    </a:schemeClr>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 name="Group 15">
              <a:extLst>
                <a:ext uri="{FF2B5EF4-FFF2-40B4-BE49-F238E27FC236}">
                  <a16:creationId xmlns:a16="http://schemas.microsoft.com/office/drawing/2014/main" id="{51548ED5-6668-4672-88DC-40E92508ACA2}"/>
                </a:ext>
              </a:extLst>
            </p:cNvPr>
            <p:cNvGrpSpPr/>
            <p:nvPr/>
          </p:nvGrpSpPr>
          <p:grpSpPr>
            <a:xfrm>
              <a:off x="0" y="0"/>
              <a:ext cx="9515473" cy="3766109"/>
              <a:chOff x="0" y="2333625"/>
              <a:chExt cx="9515473" cy="3766109"/>
            </a:xfrm>
          </p:grpSpPr>
          <p:sp>
            <p:nvSpPr>
              <p:cNvPr id="17" name="Rectangle 16">
                <a:extLst>
                  <a:ext uri="{FF2B5EF4-FFF2-40B4-BE49-F238E27FC236}">
                    <a16:creationId xmlns:a16="http://schemas.microsoft.com/office/drawing/2014/main" id="{975AE1B2-E73F-4E6E-AAFB-FB1C02684D32}"/>
                  </a:ext>
                </a:extLst>
              </p:cNvPr>
              <p:cNvSpPr/>
              <p:nvPr/>
            </p:nvSpPr>
            <p:spPr>
              <a:xfrm>
                <a:off x="4757737" y="2333625"/>
                <a:ext cx="4757736" cy="3766109"/>
              </a:xfrm>
              <a:prstGeom prst="rect">
                <a:avLst/>
              </a:prstGeom>
              <a:gradFill flip="none" rotWithShape="1">
                <a:gsLst>
                  <a:gs pos="0">
                    <a:schemeClr val="accent2">
                      <a:alpha val="60000"/>
                    </a:schemeClr>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D750F2D6-C0E1-4AFE-AB87-083292737609}"/>
                  </a:ext>
                </a:extLst>
              </p:cNvPr>
              <p:cNvSpPr/>
              <p:nvPr/>
            </p:nvSpPr>
            <p:spPr>
              <a:xfrm flipH="1">
                <a:off x="0" y="2333625"/>
                <a:ext cx="4757736" cy="3766109"/>
              </a:xfrm>
              <a:prstGeom prst="rect">
                <a:avLst/>
              </a:prstGeom>
              <a:gradFill flip="none" rotWithShape="1">
                <a:gsLst>
                  <a:gs pos="0">
                    <a:schemeClr val="accent2">
                      <a:alpha val="60000"/>
                    </a:schemeClr>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25" name="Rectangle 24">
            <a:extLst>
              <a:ext uri="{FF2B5EF4-FFF2-40B4-BE49-F238E27FC236}">
                <a16:creationId xmlns:a16="http://schemas.microsoft.com/office/drawing/2014/main" id="{4ECC0D66-F2BE-4BF4-87F6-CE618B5C8916}"/>
              </a:ext>
            </a:extLst>
          </p:cNvPr>
          <p:cNvSpPr/>
          <p:nvPr/>
        </p:nvSpPr>
        <p:spPr>
          <a:xfrm>
            <a:off x="0" y="0"/>
            <a:ext cx="12192000" cy="6858000"/>
          </a:xfrm>
          <a:prstGeom prst="rect">
            <a:avLst/>
          </a:prstGeom>
          <a:solidFill>
            <a:schemeClr val="bg2">
              <a:alpha val="4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sp>
        <p:nvSpPr>
          <p:cNvPr id="2" name="Title 1">
            <a:extLst>
              <a:ext uri="{FF2B5EF4-FFF2-40B4-BE49-F238E27FC236}">
                <a16:creationId xmlns:a16="http://schemas.microsoft.com/office/drawing/2014/main" id="{9A0BCA11-08C2-4C9A-B0A3-31C9051CDF9E}"/>
              </a:ext>
            </a:extLst>
          </p:cNvPr>
          <p:cNvSpPr>
            <a:spLocks noGrp="1"/>
          </p:cNvSpPr>
          <p:nvPr>
            <p:ph type="title"/>
          </p:nvPr>
        </p:nvSpPr>
        <p:spPr>
          <a:xfrm>
            <a:off x="540000" y="539999"/>
            <a:ext cx="11090273" cy="1210396"/>
          </a:xfrm>
        </p:spPr>
        <p:txBody>
          <a:bodyPr>
            <a:normAutofit/>
          </a:bodyPr>
          <a:lstStyle>
            <a:lvl1pPr>
              <a:defRPr sz="6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662CEB0-C969-40EA-A5E2-8D875E28A6B6}"/>
              </a:ext>
            </a:extLst>
          </p:cNvPr>
          <p:cNvSpPr>
            <a:spLocks noGrp="1"/>
          </p:cNvSpPr>
          <p:nvPr>
            <p:ph type="body" idx="1"/>
          </p:nvPr>
        </p:nvSpPr>
        <p:spPr>
          <a:xfrm>
            <a:off x="540000" y="1929783"/>
            <a:ext cx="5448052" cy="792161"/>
          </a:xfrm>
        </p:spPr>
        <p:txBody>
          <a:bodyPr anchor="b"/>
          <a:lstStyle>
            <a:lvl1pPr marL="0" indent="0">
              <a:buNone/>
              <a:defRPr sz="1600" b="0"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40F41A6-112E-4305-A0BA-6E119A77AC10}"/>
              </a:ext>
            </a:extLst>
          </p:cNvPr>
          <p:cNvSpPr>
            <a:spLocks noGrp="1"/>
          </p:cNvSpPr>
          <p:nvPr>
            <p:ph sz="half" idx="2"/>
          </p:nvPr>
        </p:nvSpPr>
        <p:spPr>
          <a:xfrm>
            <a:off x="540000" y="2937844"/>
            <a:ext cx="5437186" cy="337655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9AC672C5-31B9-443B-8DEE-5523646891F7}"/>
              </a:ext>
            </a:extLst>
          </p:cNvPr>
          <p:cNvSpPr>
            <a:spLocks noGrp="1"/>
          </p:cNvSpPr>
          <p:nvPr>
            <p:ph type="body" sz="quarter" idx="3"/>
          </p:nvPr>
        </p:nvSpPr>
        <p:spPr>
          <a:xfrm>
            <a:off x="6203949" y="1929782"/>
            <a:ext cx="5437187" cy="792000"/>
          </a:xfrm>
        </p:spPr>
        <p:txBody>
          <a:bodyPr anchor="b"/>
          <a:lstStyle>
            <a:lvl1pPr marL="0" indent="0">
              <a:buNone/>
              <a:defRPr sz="1600" b="0" i="0"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4D18B9D-8B21-4249-A3AD-8FBE48F0F55B}"/>
              </a:ext>
            </a:extLst>
          </p:cNvPr>
          <p:cNvSpPr>
            <a:spLocks noGrp="1"/>
          </p:cNvSpPr>
          <p:nvPr>
            <p:ph sz="quarter" idx="4"/>
          </p:nvPr>
        </p:nvSpPr>
        <p:spPr>
          <a:xfrm>
            <a:off x="6203950" y="2937844"/>
            <a:ext cx="5437186" cy="337655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05B60881-13B2-4064-84FB-6D071F36C433}"/>
              </a:ext>
            </a:extLst>
          </p:cNvPr>
          <p:cNvSpPr>
            <a:spLocks noGrp="1"/>
          </p:cNvSpPr>
          <p:nvPr>
            <p:ph type="dt" sz="half" idx="10"/>
          </p:nvPr>
        </p:nvSpPr>
        <p:spPr/>
        <p:txBody>
          <a:bodyPr/>
          <a:lstStyle/>
          <a:p>
            <a:fld id="{7CF0BCE0-945C-4FDF-95A1-2149B1FF5B83}" type="datetimeFigureOut">
              <a:rPr lang="en-US" smtClean="0"/>
              <a:t>02-Jul-26</a:t>
            </a:fld>
            <a:endParaRPr lang="en-US"/>
          </a:p>
        </p:txBody>
      </p:sp>
      <p:sp>
        <p:nvSpPr>
          <p:cNvPr id="8" name="Footer Placeholder 7">
            <a:extLst>
              <a:ext uri="{FF2B5EF4-FFF2-40B4-BE49-F238E27FC236}">
                <a16:creationId xmlns:a16="http://schemas.microsoft.com/office/drawing/2014/main" id="{249FCE5D-D5EF-485D-97FA-2614FF96429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7F204FC-4F66-417C-8E4B-74772ED05701}"/>
              </a:ext>
            </a:extLst>
          </p:cNvPr>
          <p:cNvSpPr>
            <a:spLocks noGrp="1"/>
          </p:cNvSpPr>
          <p:nvPr>
            <p:ph type="sldNum" sz="quarter" idx="12"/>
          </p:nvPr>
        </p:nvSpPr>
        <p:spPr/>
        <p:txBody>
          <a:bodyPr/>
          <a:lstStyle/>
          <a:p>
            <a:fld id="{4CD77608-3819-479B-BB98-C216BA724EFE}" type="slidenum">
              <a:rPr lang="en-US" smtClean="0"/>
              <a:t>‹#›</a:t>
            </a:fld>
            <a:endParaRPr lang="en-US"/>
          </a:p>
        </p:txBody>
      </p:sp>
    </p:spTree>
    <p:extLst>
      <p:ext uri="{BB962C8B-B14F-4D97-AF65-F5344CB8AC3E}">
        <p14:creationId xmlns:p14="http://schemas.microsoft.com/office/powerpoint/2010/main" val="30429211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grpSp>
        <p:nvGrpSpPr>
          <p:cNvPr id="17" name="Group 16">
            <a:extLst>
              <a:ext uri="{FF2B5EF4-FFF2-40B4-BE49-F238E27FC236}">
                <a16:creationId xmlns:a16="http://schemas.microsoft.com/office/drawing/2014/main" id="{9521FD20-B9D4-4FD1-9AAD-F4157555AD62}"/>
              </a:ext>
            </a:extLst>
          </p:cNvPr>
          <p:cNvGrpSpPr/>
          <p:nvPr/>
        </p:nvGrpSpPr>
        <p:grpSpPr>
          <a:xfrm rot="10800000">
            <a:off x="1392000" y="0"/>
            <a:ext cx="10800000" cy="6858000"/>
            <a:chOff x="0" y="0"/>
            <a:chExt cx="10800000" cy="6858000"/>
          </a:xfrm>
        </p:grpSpPr>
        <p:sp>
          <p:nvSpPr>
            <p:cNvPr id="15" name="Rectangle 14">
              <a:extLst>
                <a:ext uri="{FF2B5EF4-FFF2-40B4-BE49-F238E27FC236}">
                  <a16:creationId xmlns:a16="http://schemas.microsoft.com/office/drawing/2014/main" id="{27477A35-8424-45D6-A66E-8ACFA6C405B5}"/>
                </a:ext>
              </a:extLst>
            </p:cNvPr>
            <p:cNvSpPr/>
            <p:nvPr/>
          </p:nvSpPr>
          <p:spPr>
            <a:xfrm>
              <a:off x="5400000" y="0"/>
              <a:ext cx="5400000" cy="6858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6" name="Rectangle 15">
              <a:extLst>
                <a:ext uri="{FF2B5EF4-FFF2-40B4-BE49-F238E27FC236}">
                  <a16:creationId xmlns:a16="http://schemas.microsoft.com/office/drawing/2014/main" id="{8BFBA1CE-E9AC-40C0-A7F9-E5671F5FEF9C}"/>
                </a:ext>
              </a:extLst>
            </p:cNvPr>
            <p:cNvSpPr/>
            <p:nvPr/>
          </p:nvSpPr>
          <p:spPr>
            <a:xfrm flipH="1">
              <a:off x="0" y="0"/>
              <a:ext cx="5400000" cy="6858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grpSp>
        <p:nvGrpSpPr>
          <p:cNvPr id="11" name="Group 10">
            <a:extLst>
              <a:ext uri="{FF2B5EF4-FFF2-40B4-BE49-F238E27FC236}">
                <a16:creationId xmlns:a16="http://schemas.microsoft.com/office/drawing/2014/main" id="{D0C2729A-59F8-46A4-9AAA-7665E5966E2D}"/>
              </a:ext>
            </a:extLst>
          </p:cNvPr>
          <p:cNvGrpSpPr>
            <a:grpSpLocks noChangeAspect="1"/>
          </p:cNvGrpSpPr>
          <p:nvPr/>
        </p:nvGrpSpPr>
        <p:grpSpPr>
          <a:xfrm rot="16200000" flipH="1">
            <a:off x="-1714500" y="1714500"/>
            <a:ext cx="6858000" cy="3429000"/>
            <a:chOff x="0" y="0"/>
            <a:chExt cx="2880000" cy="1440000"/>
          </a:xfrm>
        </p:grpSpPr>
        <p:sp>
          <p:nvSpPr>
            <p:cNvPr id="13" name="Rectangle 12">
              <a:extLst>
                <a:ext uri="{FF2B5EF4-FFF2-40B4-BE49-F238E27FC236}">
                  <a16:creationId xmlns:a16="http://schemas.microsoft.com/office/drawing/2014/main" id="{83EBBB96-590D-4704-87AD-A00AE2424DE8}"/>
                </a:ext>
              </a:extLst>
            </p:cNvPr>
            <p:cNvSpPr/>
            <p:nvPr/>
          </p:nvSpPr>
          <p:spPr>
            <a:xfrm>
              <a:off x="144000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4" name="Rectangle 13">
              <a:extLst>
                <a:ext uri="{FF2B5EF4-FFF2-40B4-BE49-F238E27FC236}">
                  <a16:creationId xmlns:a16="http://schemas.microsoft.com/office/drawing/2014/main" id="{889BAB7D-5298-40B9-910B-136D0C6A9934}"/>
                </a:ext>
              </a:extLst>
            </p:cNvPr>
            <p:cNvSpPr/>
            <p:nvPr/>
          </p:nvSpPr>
          <p:spPr>
            <a:xfrm flipH="1">
              <a:off x="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sp>
        <p:nvSpPr>
          <p:cNvPr id="12" name="Rectangle 11">
            <a:extLst>
              <a:ext uri="{FF2B5EF4-FFF2-40B4-BE49-F238E27FC236}">
                <a16:creationId xmlns:a16="http://schemas.microsoft.com/office/drawing/2014/main" id="{F323EA00-E168-4864-883B-358A7CDF9153}"/>
              </a:ext>
            </a:extLst>
          </p:cNvPr>
          <p:cNvSpPr>
            <a:spLocks noChangeAspect="1"/>
          </p:cNvSpPr>
          <p:nvPr/>
        </p:nvSpPr>
        <p:spPr>
          <a:xfrm rot="10800000">
            <a:off x="5602287" y="268286"/>
            <a:ext cx="6589713" cy="6589713"/>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8" name="Rectangle 17">
            <a:extLst>
              <a:ext uri="{FF2B5EF4-FFF2-40B4-BE49-F238E27FC236}">
                <a16:creationId xmlns:a16="http://schemas.microsoft.com/office/drawing/2014/main" id="{CA4F2DFA-2F27-43FB-B08C-0787FA44B0D1}"/>
              </a:ext>
            </a:extLst>
          </p:cNvPr>
          <p:cNvSpPr>
            <a:spLocks noChangeAspect="1"/>
          </p:cNvSpPr>
          <p:nvPr/>
        </p:nvSpPr>
        <p:spPr>
          <a:xfrm>
            <a:off x="0" y="0"/>
            <a:ext cx="6589713" cy="6589713"/>
          </a:xfrm>
          <a:prstGeom prst="rect">
            <a:avLst/>
          </a:prstGeom>
          <a:gradFill flip="none" rotWithShape="1">
            <a:gsLst>
              <a:gs pos="0">
                <a:schemeClr val="accent1">
                  <a:alpha val="60000"/>
                </a:schemeClr>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9" name="Rectangle 18">
            <a:extLst>
              <a:ext uri="{FF2B5EF4-FFF2-40B4-BE49-F238E27FC236}">
                <a16:creationId xmlns:a16="http://schemas.microsoft.com/office/drawing/2014/main" id="{7D750354-CD8D-4A3B-A7AC-04622BCB0499}"/>
              </a:ext>
            </a:extLst>
          </p:cNvPr>
          <p:cNvSpPr/>
          <p:nvPr/>
        </p:nvSpPr>
        <p:spPr>
          <a:xfrm>
            <a:off x="0" y="0"/>
            <a:ext cx="12192000" cy="6858000"/>
          </a:xfrm>
          <a:prstGeom prst="rect">
            <a:avLst/>
          </a:prstGeom>
          <a:solidFill>
            <a:schemeClr val="bg2">
              <a:alpha val="4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sp>
        <p:nvSpPr>
          <p:cNvPr id="2" name="Title 1">
            <a:extLst>
              <a:ext uri="{FF2B5EF4-FFF2-40B4-BE49-F238E27FC236}">
                <a16:creationId xmlns:a16="http://schemas.microsoft.com/office/drawing/2014/main" id="{7F3ED3C6-DA43-4D1C-9056-407A4FB1C6AB}"/>
              </a:ext>
            </a:extLst>
          </p:cNvPr>
          <p:cNvSpPr>
            <a:spLocks noGrp="1"/>
          </p:cNvSpPr>
          <p:nvPr>
            <p:ph type="title"/>
          </p:nvPr>
        </p:nvSpPr>
        <p:spPr>
          <a:xfrm>
            <a:off x="550863" y="549276"/>
            <a:ext cx="11090275" cy="5759450"/>
          </a:xfrm>
        </p:spPr>
        <p:txBody>
          <a:bodyPr/>
          <a:lstStyle>
            <a:lvl1pPr>
              <a:defRPr sz="8800"/>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720CEB41-E921-45ED-951A-861E31E01336}"/>
              </a:ext>
            </a:extLst>
          </p:cNvPr>
          <p:cNvSpPr>
            <a:spLocks noGrp="1"/>
          </p:cNvSpPr>
          <p:nvPr>
            <p:ph type="dt" sz="half" idx="10"/>
          </p:nvPr>
        </p:nvSpPr>
        <p:spPr/>
        <p:txBody>
          <a:bodyPr/>
          <a:lstStyle/>
          <a:p>
            <a:fld id="{7CF0BCE0-945C-4FDF-95A1-2149B1FF5B83}" type="datetimeFigureOut">
              <a:rPr lang="en-US" smtClean="0"/>
              <a:t>02-Jul-26</a:t>
            </a:fld>
            <a:endParaRPr lang="en-US"/>
          </a:p>
        </p:txBody>
      </p:sp>
      <p:sp>
        <p:nvSpPr>
          <p:cNvPr id="4" name="Footer Placeholder 3">
            <a:extLst>
              <a:ext uri="{FF2B5EF4-FFF2-40B4-BE49-F238E27FC236}">
                <a16:creationId xmlns:a16="http://schemas.microsoft.com/office/drawing/2014/main" id="{8F6B422D-769C-4E63-8763-ABBB885007E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D38FB6F-2D68-40C0-B628-142011F34A01}"/>
              </a:ext>
            </a:extLst>
          </p:cNvPr>
          <p:cNvSpPr>
            <a:spLocks noGrp="1"/>
          </p:cNvSpPr>
          <p:nvPr>
            <p:ph type="sldNum" sz="quarter" idx="12"/>
          </p:nvPr>
        </p:nvSpPr>
        <p:spPr/>
        <p:txBody>
          <a:bodyPr/>
          <a:lstStyle/>
          <a:p>
            <a:fld id="{4CD77608-3819-479B-BB98-C216BA724EFE}" type="slidenum">
              <a:rPr lang="en-US" smtClean="0"/>
              <a:t>‹#›</a:t>
            </a:fld>
            <a:endParaRPr lang="en-US"/>
          </a:p>
        </p:txBody>
      </p:sp>
    </p:spTree>
    <p:extLst>
      <p:ext uri="{BB962C8B-B14F-4D97-AF65-F5344CB8AC3E}">
        <p14:creationId xmlns:p14="http://schemas.microsoft.com/office/powerpoint/2010/main" val="12509041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5ED88E92-14F3-4B58-9E48-1D79E139A89E}"/>
              </a:ext>
            </a:extLst>
          </p:cNvPr>
          <p:cNvGrpSpPr/>
          <p:nvPr/>
        </p:nvGrpSpPr>
        <p:grpSpPr>
          <a:xfrm>
            <a:off x="0" y="0"/>
            <a:ext cx="12191999" cy="6861600"/>
            <a:chOff x="1" y="0"/>
            <a:chExt cx="12191999" cy="6861600"/>
          </a:xfrm>
        </p:grpSpPr>
        <p:sp>
          <p:nvSpPr>
            <p:cNvPr id="6" name="Rectangle 5">
              <a:extLst>
                <a:ext uri="{FF2B5EF4-FFF2-40B4-BE49-F238E27FC236}">
                  <a16:creationId xmlns:a16="http://schemas.microsoft.com/office/drawing/2014/main" id="{A6466AE7-32B6-4334-AF41-B9387E6726C5}"/>
                </a:ext>
              </a:extLst>
            </p:cNvPr>
            <p:cNvSpPr>
              <a:spLocks noChangeAspect="1"/>
            </p:cNvSpPr>
            <p:nvPr/>
          </p:nvSpPr>
          <p:spPr>
            <a:xfrm rot="16200000">
              <a:off x="1" y="1640114"/>
              <a:ext cx="5217886" cy="5217886"/>
            </a:xfrm>
            <a:prstGeom prst="rect">
              <a:avLst/>
            </a:prstGeom>
            <a:gradFill flip="none" rotWithShape="1">
              <a:gsLst>
                <a:gs pos="0">
                  <a:schemeClr val="accent2">
                    <a:alpha val="60000"/>
                  </a:schemeClr>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7" name="Oval 6">
              <a:extLst>
                <a:ext uri="{FF2B5EF4-FFF2-40B4-BE49-F238E27FC236}">
                  <a16:creationId xmlns:a16="http://schemas.microsoft.com/office/drawing/2014/main" id="{659C09F8-90CD-443F-9AA1-D08C56A605BB}"/>
                </a:ext>
              </a:extLst>
            </p:cNvPr>
            <p:cNvSpPr>
              <a:spLocks noChangeAspect="1"/>
            </p:cNvSpPr>
            <p:nvPr/>
          </p:nvSpPr>
          <p:spPr>
            <a:xfrm>
              <a:off x="6384514" y="0"/>
              <a:ext cx="4320000" cy="4320000"/>
            </a:xfrm>
            <a:prstGeom prst="ellipse">
              <a:avLst/>
            </a:prstGeom>
            <a:solidFill>
              <a:schemeClr val="accent3">
                <a:alpha val="96000"/>
              </a:schemeClr>
            </a:solidFill>
            <a:ln>
              <a:noFill/>
            </a:ln>
            <a:effectLst>
              <a:softEdge rad="1016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8" name="Oval 7">
              <a:extLst>
                <a:ext uri="{FF2B5EF4-FFF2-40B4-BE49-F238E27FC236}">
                  <a16:creationId xmlns:a16="http://schemas.microsoft.com/office/drawing/2014/main" id="{DC7304AB-BE7D-45AC-A876-4A24543AE5B3}"/>
                </a:ext>
              </a:extLst>
            </p:cNvPr>
            <p:cNvSpPr>
              <a:spLocks noChangeAspect="1"/>
            </p:cNvSpPr>
            <p:nvPr/>
          </p:nvSpPr>
          <p:spPr>
            <a:xfrm>
              <a:off x="6119057" y="1230054"/>
              <a:ext cx="5506886" cy="5506886"/>
            </a:xfrm>
            <a:prstGeom prst="ellipse">
              <a:avLst/>
            </a:prstGeom>
            <a:solidFill>
              <a:schemeClr val="accent2">
                <a:alpha val="6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grpSp>
          <p:nvGrpSpPr>
            <p:cNvPr id="9" name="Group 8">
              <a:extLst>
                <a:ext uri="{FF2B5EF4-FFF2-40B4-BE49-F238E27FC236}">
                  <a16:creationId xmlns:a16="http://schemas.microsoft.com/office/drawing/2014/main" id="{8E11922B-DDB3-46D7-B1BD-C1CCDB3C42E3}"/>
                </a:ext>
              </a:extLst>
            </p:cNvPr>
            <p:cNvGrpSpPr>
              <a:grpSpLocks noChangeAspect="1"/>
            </p:cNvGrpSpPr>
            <p:nvPr/>
          </p:nvGrpSpPr>
          <p:grpSpPr>
            <a:xfrm>
              <a:off x="690092" y="0"/>
              <a:ext cx="10800000" cy="6858000"/>
              <a:chOff x="2328000" y="0"/>
              <a:chExt cx="2880000" cy="1440000"/>
            </a:xfrm>
          </p:grpSpPr>
          <p:sp>
            <p:nvSpPr>
              <p:cNvPr id="14" name="Rectangle 13">
                <a:extLst>
                  <a:ext uri="{FF2B5EF4-FFF2-40B4-BE49-F238E27FC236}">
                    <a16:creationId xmlns:a16="http://schemas.microsoft.com/office/drawing/2014/main" id="{C580F8F6-E662-4BCD-AC9C-7E5DDBD5A773}"/>
                  </a:ext>
                </a:extLst>
              </p:cNvPr>
              <p:cNvSpPr/>
              <p:nvPr/>
            </p:nvSpPr>
            <p:spPr>
              <a:xfrm>
                <a:off x="376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5" name="Rectangle 14">
                <a:extLst>
                  <a:ext uri="{FF2B5EF4-FFF2-40B4-BE49-F238E27FC236}">
                    <a16:creationId xmlns:a16="http://schemas.microsoft.com/office/drawing/2014/main" id="{9A333FE5-ADB0-48EE-A1A6-9AA36DA343A2}"/>
                  </a:ext>
                </a:extLst>
              </p:cNvPr>
              <p:cNvSpPr/>
              <p:nvPr/>
            </p:nvSpPr>
            <p:spPr>
              <a:xfrm flipH="1">
                <a:off x="232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grpSp>
          <p:nvGrpSpPr>
            <p:cNvPr id="10" name="Group 9">
              <a:extLst>
                <a:ext uri="{FF2B5EF4-FFF2-40B4-BE49-F238E27FC236}">
                  <a16:creationId xmlns:a16="http://schemas.microsoft.com/office/drawing/2014/main" id="{0B09CD4F-6DF4-48AA-BD35-23E3F2A643F7}"/>
                </a:ext>
              </a:extLst>
            </p:cNvPr>
            <p:cNvGrpSpPr>
              <a:grpSpLocks noChangeAspect="1"/>
            </p:cNvGrpSpPr>
            <p:nvPr/>
          </p:nvGrpSpPr>
          <p:grpSpPr>
            <a:xfrm rot="5400000">
              <a:off x="7048499" y="1714500"/>
              <a:ext cx="6858000" cy="3429000"/>
              <a:chOff x="0" y="0"/>
              <a:chExt cx="2880000" cy="1440000"/>
            </a:xfrm>
          </p:grpSpPr>
          <p:sp>
            <p:nvSpPr>
              <p:cNvPr id="12" name="Rectangle 11">
                <a:extLst>
                  <a:ext uri="{FF2B5EF4-FFF2-40B4-BE49-F238E27FC236}">
                    <a16:creationId xmlns:a16="http://schemas.microsoft.com/office/drawing/2014/main" id="{02223219-ACCC-42F2-A1B4-E3C8C8AB12A4}"/>
                  </a:ext>
                </a:extLst>
              </p:cNvPr>
              <p:cNvSpPr/>
              <p:nvPr/>
            </p:nvSpPr>
            <p:spPr>
              <a:xfrm>
                <a:off x="144000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3" name="Rectangle 12">
                <a:extLst>
                  <a:ext uri="{FF2B5EF4-FFF2-40B4-BE49-F238E27FC236}">
                    <a16:creationId xmlns:a16="http://schemas.microsoft.com/office/drawing/2014/main" id="{1510B0E9-9BA0-4357-9E04-554C19BAAC89}"/>
                  </a:ext>
                </a:extLst>
              </p:cNvPr>
              <p:cNvSpPr/>
              <p:nvPr/>
            </p:nvSpPr>
            <p:spPr>
              <a:xfrm flipH="1">
                <a:off x="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sp>
          <p:nvSpPr>
            <p:cNvPr id="11" name="Rectangle 10">
              <a:extLst>
                <a:ext uri="{FF2B5EF4-FFF2-40B4-BE49-F238E27FC236}">
                  <a16:creationId xmlns:a16="http://schemas.microsoft.com/office/drawing/2014/main" id="{DF06DA80-525A-4C9E-A441-50630AA772A4}"/>
                </a:ext>
              </a:extLst>
            </p:cNvPr>
            <p:cNvSpPr>
              <a:spLocks noChangeAspect="1"/>
            </p:cNvSpPr>
            <p:nvPr/>
          </p:nvSpPr>
          <p:spPr>
            <a:xfrm rot="10800000">
              <a:off x="5602287" y="271887"/>
              <a:ext cx="6589713" cy="6589713"/>
            </a:xfrm>
            <a:prstGeom prst="rect">
              <a:avLst/>
            </a:prstGeom>
            <a:gradFill flip="none" rotWithShape="1">
              <a:gsLst>
                <a:gs pos="0">
                  <a:schemeClr val="accent3"/>
                </a:gs>
                <a:gs pos="60000">
                  <a:schemeClr val="accent3">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sp>
        <p:nvSpPr>
          <p:cNvPr id="16" name="Rectangle 15">
            <a:extLst>
              <a:ext uri="{FF2B5EF4-FFF2-40B4-BE49-F238E27FC236}">
                <a16:creationId xmlns:a16="http://schemas.microsoft.com/office/drawing/2014/main" id="{E841E027-8E53-4FEB-8605-2124D85731CA}"/>
              </a:ext>
            </a:extLst>
          </p:cNvPr>
          <p:cNvSpPr/>
          <p:nvPr/>
        </p:nvSpPr>
        <p:spPr>
          <a:xfrm>
            <a:off x="0" y="0"/>
            <a:ext cx="12192000" cy="6858000"/>
          </a:xfrm>
          <a:prstGeom prst="rect">
            <a:avLst/>
          </a:prstGeom>
          <a:solidFill>
            <a:schemeClr val="bg2">
              <a:alpha val="4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sp>
        <p:nvSpPr>
          <p:cNvPr id="2" name="Date Placeholder 1">
            <a:extLst>
              <a:ext uri="{FF2B5EF4-FFF2-40B4-BE49-F238E27FC236}">
                <a16:creationId xmlns:a16="http://schemas.microsoft.com/office/drawing/2014/main" id="{7DD871A2-AE80-4408-AA95-DC60D132E9E3}"/>
              </a:ext>
            </a:extLst>
          </p:cNvPr>
          <p:cNvSpPr>
            <a:spLocks noGrp="1"/>
          </p:cNvSpPr>
          <p:nvPr>
            <p:ph type="dt" sz="half" idx="10"/>
          </p:nvPr>
        </p:nvSpPr>
        <p:spPr/>
        <p:txBody>
          <a:bodyPr/>
          <a:lstStyle/>
          <a:p>
            <a:fld id="{7CF0BCE0-945C-4FDF-95A1-2149B1FF5B83}" type="datetimeFigureOut">
              <a:rPr lang="en-US" smtClean="0"/>
              <a:t>02-Jul-26</a:t>
            </a:fld>
            <a:endParaRPr lang="en-US"/>
          </a:p>
        </p:txBody>
      </p:sp>
      <p:sp>
        <p:nvSpPr>
          <p:cNvPr id="3" name="Footer Placeholder 2">
            <a:extLst>
              <a:ext uri="{FF2B5EF4-FFF2-40B4-BE49-F238E27FC236}">
                <a16:creationId xmlns:a16="http://schemas.microsoft.com/office/drawing/2014/main" id="{DDD122A1-7B97-4979-B319-1CE0A4A4978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6209A76-7DCD-477A-A6BA-EEA63FF94082}"/>
              </a:ext>
            </a:extLst>
          </p:cNvPr>
          <p:cNvSpPr>
            <a:spLocks noGrp="1"/>
          </p:cNvSpPr>
          <p:nvPr>
            <p:ph type="sldNum" sz="quarter" idx="12"/>
          </p:nvPr>
        </p:nvSpPr>
        <p:spPr/>
        <p:txBody>
          <a:bodyPr/>
          <a:lstStyle/>
          <a:p>
            <a:fld id="{4CD77608-3819-479B-BB98-C216BA724EFE}" type="slidenum">
              <a:rPr lang="en-US" smtClean="0"/>
              <a:t>‹#›</a:t>
            </a:fld>
            <a:endParaRPr lang="en-US"/>
          </a:p>
        </p:txBody>
      </p:sp>
    </p:spTree>
    <p:extLst>
      <p:ext uri="{BB962C8B-B14F-4D97-AF65-F5344CB8AC3E}">
        <p14:creationId xmlns:p14="http://schemas.microsoft.com/office/powerpoint/2010/main" val="65924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0D5C0F5C-A529-490C-8941-78F10C6A00D3}"/>
              </a:ext>
            </a:extLst>
          </p:cNvPr>
          <p:cNvGrpSpPr/>
          <p:nvPr/>
        </p:nvGrpSpPr>
        <p:grpSpPr>
          <a:xfrm flipH="1">
            <a:off x="0" y="0"/>
            <a:ext cx="12191999" cy="6858001"/>
            <a:chOff x="0" y="-2"/>
            <a:chExt cx="12191999" cy="6858001"/>
          </a:xfrm>
        </p:grpSpPr>
        <p:sp>
          <p:nvSpPr>
            <p:cNvPr id="9" name="Rectangle 8">
              <a:extLst>
                <a:ext uri="{FF2B5EF4-FFF2-40B4-BE49-F238E27FC236}">
                  <a16:creationId xmlns:a16="http://schemas.microsoft.com/office/drawing/2014/main" id="{14A8D739-B942-4545-9459-A6CAF0444D1F}"/>
                </a:ext>
              </a:extLst>
            </p:cNvPr>
            <p:cNvSpPr/>
            <p:nvPr/>
          </p:nvSpPr>
          <p:spPr>
            <a:xfrm>
              <a:off x="7995665" y="2562224"/>
              <a:ext cx="4196334" cy="4295775"/>
            </a:xfrm>
            <a:prstGeom prst="rect">
              <a:avLst/>
            </a:prstGeom>
            <a:gradFill flip="none" rotWithShape="1">
              <a:gsLst>
                <a:gs pos="0">
                  <a:schemeClr val="accent3">
                    <a:alpha val="40000"/>
                  </a:schemeClr>
                </a:gs>
                <a:gs pos="34000">
                  <a:schemeClr val="accent3">
                    <a:alpha val="20000"/>
                  </a:schemeClr>
                </a:gs>
                <a:gs pos="65000">
                  <a:schemeClr val="accent3">
                    <a:alpha val="0"/>
                  </a:schemeClr>
                </a:gs>
              </a:gsLst>
              <a:path path="circle">
                <a:fillToRect l="100000" t="100000"/>
              </a:path>
              <a:tileRect r="-100000" b="-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4BB38CCA-110B-4404-9363-BFFA76C096D2}"/>
                </a:ext>
              </a:extLst>
            </p:cNvPr>
            <p:cNvGrpSpPr/>
            <p:nvPr/>
          </p:nvGrpSpPr>
          <p:grpSpPr>
            <a:xfrm rot="16200000">
              <a:off x="2295528" y="-2295528"/>
              <a:ext cx="6858000" cy="11449051"/>
              <a:chOff x="0" y="2333625"/>
              <a:chExt cx="9515474" cy="3766109"/>
            </a:xfrm>
          </p:grpSpPr>
          <p:sp>
            <p:nvSpPr>
              <p:cNvPr id="20" name="Rectangle 19">
                <a:extLst>
                  <a:ext uri="{FF2B5EF4-FFF2-40B4-BE49-F238E27FC236}">
                    <a16:creationId xmlns:a16="http://schemas.microsoft.com/office/drawing/2014/main" id="{B223FE99-C58F-4A56-8F8E-2942FF74E4BD}"/>
                  </a:ext>
                </a:extLst>
              </p:cNvPr>
              <p:cNvSpPr/>
              <p:nvPr/>
            </p:nvSpPr>
            <p:spPr>
              <a:xfrm>
                <a:off x="4757737" y="2333625"/>
                <a:ext cx="4757737" cy="3766109"/>
              </a:xfrm>
              <a:prstGeom prst="rect">
                <a:avLst/>
              </a:prstGeom>
              <a:gradFill flip="none" rotWithShape="1">
                <a:gsLst>
                  <a:gs pos="0">
                    <a:schemeClr val="accent2">
                      <a:alpha val="60000"/>
                    </a:schemeClr>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DBBD4511-8AB6-4BD3-8410-7FB3EC8D42B2}"/>
                  </a:ext>
                </a:extLst>
              </p:cNvPr>
              <p:cNvSpPr/>
              <p:nvPr/>
            </p:nvSpPr>
            <p:spPr>
              <a:xfrm flipH="1">
                <a:off x="0" y="2333625"/>
                <a:ext cx="4757737" cy="3766109"/>
              </a:xfrm>
              <a:prstGeom prst="rect">
                <a:avLst/>
              </a:prstGeom>
              <a:gradFill flip="none" rotWithShape="1">
                <a:gsLst>
                  <a:gs pos="0">
                    <a:schemeClr val="accent2">
                      <a:alpha val="60000"/>
                    </a:schemeClr>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 name="Group 10">
              <a:extLst>
                <a:ext uri="{FF2B5EF4-FFF2-40B4-BE49-F238E27FC236}">
                  <a16:creationId xmlns:a16="http://schemas.microsoft.com/office/drawing/2014/main" id="{6A8CA067-2248-4BD3-B56E-2C014AEB2273}"/>
                </a:ext>
              </a:extLst>
            </p:cNvPr>
            <p:cNvGrpSpPr>
              <a:grpSpLocks noChangeAspect="1"/>
            </p:cNvGrpSpPr>
            <p:nvPr/>
          </p:nvGrpSpPr>
          <p:grpSpPr>
            <a:xfrm rot="5400000">
              <a:off x="3583369" y="-3583369"/>
              <a:ext cx="4713262" cy="11880000"/>
              <a:chOff x="1" y="0"/>
              <a:chExt cx="8305797" cy="6858000"/>
            </a:xfrm>
          </p:grpSpPr>
          <p:sp>
            <p:nvSpPr>
              <p:cNvPr id="18" name="Rectangle 17">
                <a:extLst>
                  <a:ext uri="{FF2B5EF4-FFF2-40B4-BE49-F238E27FC236}">
                    <a16:creationId xmlns:a16="http://schemas.microsoft.com/office/drawing/2014/main" id="{8C017B9B-2727-4255-8F80-9D4C2A5AE297}"/>
                  </a:ext>
                </a:extLst>
              </p:cNvPr>
              <p:cNvSpPr/>
              <p:nvPr/>
            </p:nvSpPr>
            <p:spPr>
              <a:xfrm>
                <a:off x="931" y="3429000"/>
                <a:ext cx="8304867" cy="3429000"/>
              </a:xfrm>
              <a:prstGeom prst="rect">
                <a:avLst/>
              </a:prstGeom>
              <a:gradFill flip="none" rotWithShape="1">
                <a:gsLst>
                  <a:gs pos="0">
                    <a:schemeClr val="accent3">
                      <a:alpha val="60000"/>
                    </a:schemeClr>
                  </a:gs>
                  <a:gs pos="63000">
                    <a:schemeClr val="accent3">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18">
                <a:extLst>
                  <a:ext uri="{FF2B5EF4-FFF2-40B4-BE49-F238E27FC236}">
                    <a16:creationId xmlns:a16="http://schemas.microsoft.com/office/drawing/2014/main" id="{693C5F16-BC47-4707-B6B7-DC5262ACDC51}"/>
                  </a:ext>
                </a:extLst>
              </p:cNvPr>
              <p:cNvSpPr/>
              <p:nvPr/>
            </p:nvSpPr>
            <p:spPr>
              <a:xfrm flipV="1">
                <a:off x="1" y="0"/>
                <a:ext cx="8304867" cy="3429000"/>
              </a:xfrm>
              <a:prstGeom prst="rect">
                <a:avLst/>
              </a:prstGeom>
              <a:gradFill flip="none" rotWithShape="1">
                <a:gsLst>
                  <a:gs pos="0">
                    <a:schemeClr val="accent3">
                      <a:alpha val="60000"/>
                    </a:schemeClr>
                  </a:gs>
                  <a:gs pos="63000">
                    <a:schemeClr val="accent3">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2" name="Group 11">
              <a:extLst>
                <a:ext uri="{FF2B5EF4-FFF2-40B4-BE49-F238E27FC236}">
                  <a16:creationId xmlns:a16="http://schemas.microsoft.com/office/drawing/2014/main" id="{2E88FE13-0734-4BB3-B4D1-7C53A194DA84}"/>
                </a:ext>
              </a:extLst>
            </p:cNvPr>
            <p:cNvGrpSpPr/>
            <p:nvPr/>
          </p:nvGrpSpPr>
          <p:grpSpPr>
            <a:xfrm>
              <a:off x="2676525" y="0"/>
              <a:ext cx="9515473" cy="3766109"/>
              <a:chOff x="2333625" y="2433367"/>
              <a:chExt cx="9897159" cy="3766109"/>
            </a:xfrm>
          </p:grpSpPr>
          <p:sp>
            <p:nvSpPr>
              <p:cNvPr id="16" name="Rectangle 15">
                <a:extLst>
                  <a:ext uri="{FF2B5EF4-FFF2-40B4-BE49-F238E27FC236}">
                    <a16:creationId xmlns:a16="http://schemas.microsoft.com/office/drawing/2014/main" id="{5C9B7EF7-1EDF-4AC7-8E40-C2801783AC85}"/>
                  </a:ext>
                </a:extLst>
              </p:cNvPr>
              <p:cNvSpPr/>
              <p:nvPr/>
            </p:nvSpPr>
            <p:spPr>
              <a:xfrm>
                <a:off x="7282205" y="2433367"/>
                <a:ext cx="4948579" cy="3766109"/>
              </a:xfrm>
              <a:prstGeom prst="rect">
                <a:avLst/>
              </a:prstGeom>
              <a:gradFill flip="none" rotWithShape="1">
                <a:gsLst>
                  <a:gs pos="0">
                    <a:schemeClr val="accent1">
                      <a:alpha val="60000"/>
                    </a:schemeClr>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925CA0A0-9A3F-498E-983D-B3285EF5AD9A}"/>
                  </a:ext>
                </a:extLst>
              </p:cNvPr>
              <p:cNvSpPr/>
              <p:nvPr/>
            </p:nvSpPr>
            <p:spPr>
              <a:xfrm flipH="1">
                <a:off x="2333625" y="2433367"/>
                <a:ext cx="4948579" cy="3766109"/>
              </a:xfrm>
              <a:prstGeom prst="rect">
                <a:avLst/>
              </a:prstGeom>
              <a:gradFill flip="none" rotWithShape="1">
                <a:gsLst>
                  <a:gs pos="0">
                    <a:schemeClr val="accent1">
                      <a:alpha val="60000"/>
                    </a:schemeClr>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 name="Group 12">
              <a:extLst>
                <a:ext uri="{FF2B5EF4-FFF2-40B4-BE49-F238E27FC236}">
                  <a16:creationId xmlns:a16="http://schemas.microsoft.com/office/drawing/2014/main" id="{A5171814-E4F0-44B5-BC3F-588512210991}"/>
                </a:ext>
              </a:extLst>
            </p:cNvPr>
            <p:cNvGrpSpPr/>
            <p:nvPr/>
          </p:nvGrpSpPr>
          <p:grpSpPr>
            <a:xfrm>
              <a:off x="0" y="0"/>
              <a:ext cx="9515473" cy="3766109"/>
              <a:chOff x="0" y="2333625"/>
              <a:chExt cx="9515473" cy="3766109"/>
            </a:xfrm>
          </p:grpSpPr>
          <p:sp>
            <p:nvSpPr>
              <p:cNvPr id="14" name="Rectangle 13">
                <a:extLst>
                  <a:ext uri="{FF2B5EF4-FFF2-40B4-BE49-F238E27FC236}">
                    <a16:creationId xmlns:a16="http://schemas.microsoft.com/office/drawing/2014/main" id="{8E666ACD-EB1C-4732-971B-C3B26061DB82}"/>
                  </a:ext>
                </a:extLst>
              </p:cNvPr>
              <p:cNvSpPr/>
              <p:nvPr/>
            </p:nvSpPr>
            <p:spPr>
              <a:xfrm>
                <a:off x="4757737" y="2333625"/>
                <a:ext cx="4757736" cy="3766109"/>
              </a:xfrm>
              <a:prstGeom prst="rect">
                <a:avLst/>
              </a:prstGeom>
              <a:gradFill flip="none" rotWithShape="1">
                <a:gsLst>
                  <a:gs pos="0">
                    <a:schemeClr val="accent2">
                      <a:alpha val="60000"/>
                    </a:schemeClr>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2A4E213B-7F96-44C1-90B3-B72E9387BF73}"/>
                  </a:ext>
                </a:extLst>
              </p:cNvPr>
              <p:cNvSpPr/>
              <p:nvPr/>
            </p:nvSpPr>
            <p:spPr>
              <a:xfrm flipH="1">
                <a:off x="0" y="2333625"/>
                <a:ext cx="4757736" cy="3766109"/>
              </a:xfrm>
              <a:prstGeom prst="rect">
                <a:avLst/>
              </a:prstGeom>
              <a:gradFill flip="none" rotWithShape="1">
                <a:gsLst>
                  <a:gs pos="0">
                    <a:schemeClr val="accent2">
                      <a:alpha val="60000"/>
                    </a:schemeClr>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22" name="Rectangle 21">
            <a:extLst>
              <a:ext uri="{FF2B5EF4-FFF2-40B4-BE49-F238E27FC236}">
                <a16:creationId xmlns:a16="http://schemas.microsoft.com/office/drawing/2014/main" id="{BFE392AA-35E5-40E5-9309-284A0C541061}"/>
              </a:ext>
            </a:extLst>
          </p:cNvPr>
          <p:cNvSpPr/>
          <p:nvPr/>
        </p:nvSpPr>
        <p:spPr>
          <a:xfrm>
            <a:off x="0" y="0"/>
            <a:ext cx="12192000" cy="6858000"/>
          </a:xfrm>
          <a:prstGeom prst="rect">
            <a:avLst/>
          </a:prstGeom>
          <a:solidFill>
            <a:schemeClr val="bg2">
              <a:alpha val="4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sp>
        <p:nvSpPr>
          <p:cNvPr id="2" name="Title 1">
            <a:extLst>
              <a:ext uri="{FF2B5EF4-FFF2-40B4-BE49-F238E27FC236}">
                <a16:creationId xmlns:a16="http://schemas.microsoft.com/office/drawing/2014/main" id="{71A8188C-9713-46E1-AA5C-C84FE515F3A2}"/>
              </a:ext>
            </a:extLst>
          </p:cNvPr>
          <p:cNvSpPr>
            <a:spLocks noGrp="1"/>
          </p:cNvSpPr>
          <p:nvPr>
            <p:ph type="title"/>
          </p:nvPr>
        </p:nvSpPr>
        <p:spPr>
          <a:xfrm>
            <a:off x="539999" y="540000"/>
            <a:ext cx="4511425" cy="2771774"/>
          </a:xfrm>
        </p:spPr>
        <p:txBody>
          <a:bodyPr anchor="t"/>
          <a:lstStyle>
            <a:lvl1pPr>
              <a:defRPr sz="6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9E192CC-893A-4A84-A7E9-F389D83F0B16}"/>
              </a:ext>
            </a:extLst>
          </p:cNvPr>
          <p:cNvSpPr>
            <a:spLocks noGrp="1"/>
          </p:cNvSpPr>
          <p:nvPr>
            <p:ph idx="1"/>
          </p:nvPr>
        </p:nvSpPr>
        <p:spPr>
          <a:xfrm>
            <a:off x="5232400" y="540000"/>
            <a:ext cx="6408736" cy="5759450"/>
          </a:xfrm>
        </p:spPr>
        <p:txBody>
          <a:bodyPr/>
          <a:lstStyle>
            <a:lvl1pPr>
              <a:defRPr sz="3200"/>
            </a:lvl1pPr>
            <a:lvl2pPr>
              <a:defRPr sz="2400"/>
            </a:lvl2pPr>
            <a:lvl3pPr>
              <a:defRPr sz="18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86CC7765-7D44-43DD-A1DF-419D3E1C625F}"/>
              </a:ext>
            </a:extLst>
          </p:cNvPr>
          <p:cNvSpPr>
            <a:spLocks noGrp="1"/>
          </p:cNvSpPr>
          <p:nvPr>
            <p:ph type="body" sz="half" idx="2"/>
          </p:nvPr>
        </p:nvSpPr>
        <p:spPr>
          <a:xfrm>
            <a:off x="540000" y="3536950"/>
            <a:ext cx="4511426" cy="2771775"/>
          </a:xfrm>
        </p:spPr>
        <p:txBody>
          <a:bodyPr/>
          <a:lstStyle>
            <a:lvl1pPr marL="0" indent="0">
              <a:buNone/>
              <a:defRPr sz="1600" cap="all" spc="30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6D36875-AFB0-4905-8C9E-A72B4F59775E}"/>
              </a:ext>
            </a:extLst>
          </p:cNvPr>
          <p:cNvSpPr>
            <a:spLocks noGrp="1"/>
          </p:cNvSpPr>
          <p:nvPr>
            <p:ph type="dt" sz="half" idx="10"/>
          </p:nvPr>
        </p:nvSpPr>
        <p:spPr/>
        <p:txBody>
          <a:bodyPr/>
          <a:lstStyle/>
          <a:p>
            <a:fld id="{7CF0BCE0-945C-4FDF-95A1-2149B1FF5B83}" type="datetimeFigureOut">
              <a:rPr lang="en-US" smtClean="0"/>
              <a:t>02-Jul-26</a:t>
            </a:fld>
            <a:endParaRPr lang="en-US"/>
          </a:p>
        </p:txBody>
      </p:sp>
      <p:sp>
        <p:nvSpPr>
          <p:cNvPr id="6" name="Footer Placeholder 5">
            <a:extLst>
              <a:ext uri="{FF2B5EF4-FFF2-40B4-BE49-F238E27FC236}">
                <a16:creationId xmlns:a16="http://schemas.microsoft.com/office/drawing/2014/main" id="{25437ABF-7E70-4E45-A67B-C503BF18209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48016CA-2983-47BF-BA09-2130A40C8763}"/>
              </a:ext>
            </a:extLst>
          </p:cNvPr>
          <p:cNvSpPr>
            <a:spLocks noGrp="1"/>
          </p:cNvSpPr>
          <p:nvPr>
            <p:ph type="sldNum" sz="quarter" idx="12"/>
          </p:nvPr>
        </p:nvSpPr>
        <p:spPr/>
        <p:txBody>
          <a:bodyPr/>
          <a:lstStyle/>
          <a:p>
            <a:fld id="{4CD77608-3819-479B-BB98-C216BA724EFE}" type="slidenum">
              <a:rPr lang="en-US" smtClean="0"/>
              <a:t>‹#›</a:t>
            </a:fld>
            <a:endParaRPr lang="en-US"/>
          </a:p>
        </p:txBody>
      </p:sp>
    </p:spTree>
    <p:extLst>
      <p:ext uri="{BB962C8B-B14F-4D97-AF65-F5344CB8AC3E}">
        <p14:creationId xmlns:p14="http://schemas.microsoft.com/office/powerpoint/2010/main" val="27901050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D97E00A2-2906-4C97-9D1F-C789D3ADD373}"/>
              </a:ext>
            </a:extLst>
          </p:cNvPr>
          <p:cNvGrpSpPr/>
          <p:nvPr/>
        </p:nvGrpSpPr>
        <p:grpSpPr>
          <a:xfrm rot="10800000">
            <a:off x="1392000" y="0"/>
            <a:ext cx="10800000" cy="6858000"/>
            <a:chOff x="0" y="0"/>
            <a:chExt cx="10800000" cy="6858000"/>
          </a:xfrm>
        </p:grpSpPr>
        <p:sp>
          <p:nvSpPr>
            <p:cNvPr id="9" name="Rectangle 8">
              <a:extLst>
                <a:ext uri="{FF2B5EF4-FFF2-40B4-BE49-F238E27FC236}">
                  <a16:creationId xmlns:a16="http://schemas.microsoft.com/office/drawing/2014/main" id="{59CE8EF9-87D6-47FD-B7D3-2D48D8E48AC3}"/>
                </a:ext>
              </a:extLst>
            </p:cNvPr>
            <p:cNvSpPr/>
            <p:nvPr/>
          </p:nvSpPr>
          <p:spPr>
            <a:xfrm>
              <a:off x="5400000" y="0"/>
              <a:ext cx="5400000" cy="6858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0" name="Rectangle 9">
              <a:extLst>
                <a:ext uri="{FF2B5EF4-FFF2-40B4-BE49-F238E27FC236}">
                  <a16:creationId xmlns:a16="http://schemas.microsoft.com/office/drawing/2014/main" id="{6784998E-9D37-4D0D-889A-C67531E5295C}"/>
                </a:ext>
              </a:extLst>
            </p:cNvPr>
            <p:cNvSpPr/>
            <p:nvPr/>
          </p:nvSpPr>
          <p:spPr>
            <a:xfrm flipH="1">
              <a:off x="0" y="0"/>
              <a:ext cx="5400000" cy="6858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grpSp>
        <p:nvGrpSpPr>
          <p:cNvPr id="11" name="Group 10">
            <a:extLst>
              <a:ext uri="{FF2B5EF4-FFF2-40B4-BE49-F238E27FC236}">
                <a16:creationId xmlns:a16="http://schemas.microsoft.com/office/drawing/2014/main" id="{8B575B0B-C502-438E-967C-64D268031426}"/>
              </a:ext>
            </a:extLst>
          </p:cNvPr>
          <p:cNvGrpSpPr>
            <a:grpSpLocks noChangeAspect="1"/>
          </p:cNvGrpSpPr>
          <p:nvPr/>
        </p:nvGrpSpPr>
        <p:grpSpPr>
          <a:xfrm rot="16200000" flipH="1">
            <a:off x="-1714500" y="1714500"/>
            <a:ext cx="6858000" cy="3429000"/>
            <a:chOff x="0" y="0"/>
            <a:chExt cx="2880000" cy="1440000"/>
          </a:xfrm>
        </p:grpSpPr>
        <p:sp>
          <p:nvSpPr>
            <p:cNvPr id="12" name="Rectangle 11">
              <a:extLst>
                <a:ext uri="{FF2B5EF4-FFF2-40B4-BE49-F238E27FC236}">
                  <a16:creationId xmlns:a16="http://schemas.microsoft.com/office/drawing/2014/main" id="{4FC29931-00EB-4F74-BE4C-172A4C282A26}"/>
                </a:ext>
              </a:extLst>
            </p:cNvPr>
            <p:cNvSpPr/>
            <p:nvPr/>
          </p:nvSpPr>
          <p:spPr>
            <a:xfrm>
              <a:off x="144000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3" name="Rectangle 12">
              <a:extLst>
                <a:ext uri="{FF2B5EF4-FFF2-40B4-BE49-F238E27FC236}">
                  <a16:creationId xmlns:a16="http://schemas.microsoft.com/office/drawing/2014/main" id="{989B4C87-FDD3-406D-BE06-3ABF69905E03}"/>
                </a:ext>
              </a:extLst>
            </p:cNvPr>
            <p:cNvSpPr/>
            <p:nvPr/>
          </p:nvSpPr>
          <p:spPr>
            <a:xfrm flipH="1">
              <a:off x="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sp>
        <p:nvSpPr>
          <p:cNvPr id="14" name="Rectangle 13">
            <a:extLst>
              <a:ext uri="{FF2B5EF4-FFF2-40B4-BE49-F238E27FC236}">
                <a16:creationId xmlns:a16="http://schemas.microsoft.com/office/drawing/2014/main" id="{FD817A89-A0E1-4190-90AE-0571E6CE8FC6}"/>
              </a:ext>
            </a:extLst>
          </p:cNvPr>
          <p:cNvSpPr>
            <a:spLocks noChangeAspect="1"/>
          </p:cNvSpPr>
          <p:nvPr/>
        </p:nvSpPr>
        <p:spPr>
          <a:xfrm rot="10800000">
            <a:off x="5602287" y="268286"/>
            <a:ext cx="6589713" cy="6589713"/>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5" name="Rectangle 14">
            <a:extLst>
              <a:ext uri="{FF2B5EF4-FFF2-40B4-BE49-F238E27FC236}">
                <a16:creationId xmlns:a16="http://schemas.microsoft.com/office/drawing/2014/main" id="{4FD20388-C666-4992-920D-5F034214950C}"/>
              </a:ext>
            </a:extLst>
          </p:cNvPr>
          <p:cNvSpPr>
            <a:spLocks noChangeAspect="1"/>
          </p:cNvSpPr>
          <p:nvPr/>
        </p:nvSpPr>
        <p:spPr>
          <a:xfrm>
            <a:off x="0" y="0"/>
            <a:ext cx="6589713" cy="6589713"/>
          </a:xfrm>
          <a:prstGeom prst="rect">
            <a:avLst/>
          </a:prstGeom>
          <a:gradFill flip="none" rotWithShape="1">
            <a:gsLst>
              <a:gs pos="0">
                <a:schemeClr val="accent1">
                  <a:alpha val="60000"/>
                </a:schemeClr>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6" name="Rectangle 15">
            <a:extLst>
              <a:ext uri="{FF2B5EF4-FFF2-40B4-BE49-F238E27FC236}">
                <a16:creationId xmlns:a16="http://schemas.microsoft.com/office/drawing/2014/main" id="{FCAB0CC3-A07E-43B8-9B34-0A67C1806DE1}"/>
              </a:ext>
            </a:extLst>
          </p:cNvPr>
          <p:cNvSpPr/>
          <p:nvPr/>
        </p:nvSpPr>
        <p:spPr>
          <a:xfrm>
            <a:off x="0" y="0"/>
            <a:ext cx="12192000" cy="6858000"/>
          </a:xfrm>
          <a:prstGeom prst="rect">
            <a:avLst/>
          </a:prstGeom>
          <a:solidFill>
            <a:schemeClr val="bg2">
              <a:alpha val="4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sp>
        <p:nvSpPr>
          <p:cNvPr id="2" name="Title 1">
            <a:extLst>
              <a:ext uri="{FF2B5EF4-FFF2-40B4-BE49-F238E27FC236}">
                <a16:creationId xmlns:a16="http://schemas.microsoft.com/office/drawing/2014/main" id="{F91800A6-9706-4B81-B957-C950A5F77490}"/>
              </a:ext>
            </a:extLst>
          </p:cNvPr>
          <p:cNvSpPr>
            <a:spLocks noGrp="1"/>
          </p:cNvSpPr>
          <p:nvPr>
            <p:ph type="title"/>
          </p:nvPr>
        </p:nvSpPr>
        <p:spPr>
          <a:xfrm>
            <a:off x="539999" y="540000"/>
            <a:ext cx="4511425" cy="2771774"/>
          </a:xfrm>
        </p:spPr>
        <p:txBody>
          <a:bodyPr anchor="t"/>
          <a:lstStyle>
            <a:lvl1pPr>
              <a:defRPr sz="60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CA17652B-AA0D-4574-AF1D-7F7442D84B0B}"/>
              </a:ext>
            </a:extLst>
          </p:cNvPr>
          <p:cNvSpPr>
            <a:spLocks noGrp="1"/>
          </p:cNvSpPr>
          <p:nvPr>
            <p:ph type="pic" idx="1"/>
          </p:nvPr>
        </p:nvSpPr>
        <p:spPr>
          <a:xfrm>
            <a:off x="5232400" y="549275"/>
            <a:ext cx="6408736" cy="57594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ECA19547-D24B-4BD1-8C26-318450B171B3}"/>
              </a:ext>
            </a:extLst>
          </p:cNvPr>
          <p:cNvSpPr>
            <a:spLocks noGrp="1"/>
          </p:cNvSpPr>
          <p:nvPr>
            <p:ph type="body" sz="half" idx="2"/>
          </p:nvPr>
        </p:nvSpPr>
        <p:spPr>
          <a:xfrm>
            <a:off x="539999" y="3536950"/>
            <a:ext cx="4511425" cy="2771774"/>
          </a:xfrm>
        </p:spPr>
        <p:txBody>
          <a:bodyPr/>
          <a:lstStyle>
            <a:lvl1pPr marL="0" indent="0">
              <a:buNone/>
              <a:defRPr sz="1600" cap="all" spc="30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C3A22E6-7E01-4547-8555-B2C197543921}"/>
              </a:ext>
            </a:extLst>
          </p:cNvPr>
          <p:cNvSpPr>
            <a:spLocks noGrp="1"/>
          </p:cNvSpPr>
          <p:nvPr>
            <p:ph type="dt" sz="half" idx="10"/>
          </p:nvPr>
        </p:nvSpPr>
        <p:spPr/>
        <p:txBody>
          <a:bodyPr/>
          <a:lstStyle/>
          <a:p>
            <a:fld id="{7CF0BCE0-945C-4FDF-95A1-2149B1FF5B83}" type="datetimeFigureOut">
              <a:rPr lang="en-US" smtClean="0"/>
              <a:t>02-Jul-26</a:t>
            </a:fld>
            <a:endParaRPr lang="en-US"/>
          </a:p>
        </p:txBody>
      </p:sp>
      <p:sp>
        <p:nvSpPr>
          <p:cNvPr id="6" name="Footer Placeholder 5">
            <a:extLst>
              <a:ext uri="{FF2B5EF4-FFF2-40B4-BE49-F238E27FC236}">
                <a16:creationId xmlns:a16="http://schemas.microsoft.com/office/drawing/2014/main" id="{A90F6BEC-98F3-43FE-BA9B-B046D8917FF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D2FAF54-57F0-46F9-A1BA-B554E14017DF}"/>
              </a:ext>
            </a:extLst>
          </p:cNvPr>
          <p:cNvSpPr>
            <a:spLocks noGrp="1"/>
          </p:cNvSpPr>
          <p:nvPr>
            <p:ph type="sldNum" sz="quarter" idx="12"/>
          </p:nvPr>
        </p:nvSpPr>
        <p:spPr/>
        <p:txBody>
          <a:bodyPr/>
          <a:lstStyle/>
          <a:p>
            <a:fld id="{4CD77608-3819-479B-BB98-C216BA724EFE}" type="slidenum">
              <a:rPr lang="en-US" smtClean="0"/>
              <a:t>‹#›</a:t>
            </a:fld>
            <a:endParaRPr lang="en-US"/>
          </a:p>
        </p:txBody>
      </p:sp>
    </p:spTree>
    <p:extLst>
      <p:ext uri="{BB962C8B-B14F-4D97-AF65-F5344CB8AC3E}">
        <p14:creationId xmlns:p14="http://schemas.microsoft.com/office/powerpoint/2010/main" val="27178542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7C461672-F18A-4768-9850-0531FD3720BA}"/>
              </a:ext>
            </a:extLst>
          </p:cNvPr>
          <p:cNvGrpSpPr/>
          <p:nvPr/>
        </p:nvGrpSpPr>
        <p:grpSpPr>
          <a:xfrm rot="10800000">
            <a:off x="5921828" y="2876440"/>
            <a:ext cx="6270171" cy="3981559"/>
            <a:chOff x="0" y="0"/>
            <a:chExt cx="10800000" cy="6858000"/>
          </a:xfrm>
        </p:grpSpPr>
        <p:sp>
          <p:nvSpPr>
            <p:cNvPr id="8" name="Rectangle 7">
              <a:extLst>
                <a:ext uri="{FF2B5EF4-FFF2-40B4-BE49-F238E27FC236}">
                  <a16:creationId xmlns:a16="http://schemas.microsoft.com/office/drawing/2014/main" id="{9FA73898-D78C-45F9-AFC1-2AB16F6725C2}"/>
                </a:ext>
              </a:extLst>
            </p:cNvPr>
            <p:cNvSpPr/>
            <p:nvPr/>
          </p:nvSpPr>
          <p:spPr>
            <a:xfrm>
              <a:off x="5400000" y="0"/>
              <a:ext cx="5400000" cy="6858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9" name="Rectangle 8">
              <a:extLst>
                <a:ext uri="{FF2B5EF4-FFF2-40B4-BE49-F238E27FC236}">
                  <a16:creationId xmlns:a16="http://schemas.microsoft.com/office/drawing/2014/main" id="{4FC423E3-700B-43D6-A2CB-F3C871632C20}"/>
                </a:ext>
              </a:extLst>
            </p:cNvPr>
            <p:cNvSpPr/>
            <p:nvPr/>
          </p:nvSpPr>
          <p:spPr>
            <a:xfrm flipH="1">
              <a:off x="0" y="0"/>
              <a:ext cx="5400000" cy="6858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grpSp>
        <p:nvGrpSpPr>
          <p:cNvPr id="10" name="Group 9">
            <a:extLst>
              <a:ext uri="{FF2B5EF4-FFF2-40B4-BE49-F238E27FC236}">
                <a16:creationId xmlns:a16="http://schemas.microsoft.com/office/drawing/2014/main" id="{82F05B2A-1EC7-4131-B899-C7ECB9A502EB}"/>
              </a:ext>
            </a:extLst>
          </p:cNvPr>
          <p:cNvGrpSpPr>
            <a:grpSpLocks noChangeAspect="1"/>
          </p:cNvGrpSpPr>
          <p:nvPr/>
        </p:nvGrpSpPr>
        <p:grpSpPr>
          <a:xfrm flipH="1">
            <a:off x="0" y="-1"/>
            <a:ext cx="9361714" cy="4680857"/>
            <a:chOff x="0" y="0"/>
            <a:chExt cx="2880000" cy="1440000"/>
          </a:xfrm>
        </p:grpSpPr>
        <p:sp>
          <p:nvSpPr>
            <p:cNvPr id="11" name="Rectangle 10">
              <a:extLst>
                <a:ext uri="{FF2B5EF4-FFF2-40B4-BE49-F238E27FC236}">
                  <a16:creationId xmlns:a16="http://schemas.microsoft.com/office/drawing/2014/main" id="{97711D4C-4FFE-4151-B53D-60890F0F5827}"/>
                </a:ext>
              </a:extLst>
            </p:cNvPr>
            <p:cNvSpPr/>
            <p:nvPr/>
          </p:nvSpPr>
          <p:spPr>
            <a:xfrm>
              <a:off x="144000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2" name="Rectangle 11">
              <a:extLst>
                <a:ext uri="{FF2B5EF4-FFF2-40B4-BE49-F238E27FC236}">
                  <a16:creationId xmlns:a16="http://schemas.microsoft.com/office/drawing/2014/main" id="{F69D6393-413D-4151-BC2C-43161BE4A799}"/>
                </a:ext>
              </a:extLst>
            </p:cNvPr>
            <p:cNvSpPr/>
            <p:nvPr/>
          </p:nvSpPr>
          <p:spPr>
            <a:xfrm flipH="1">
              <a:off x="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sp>
        <p:nvSpPr>
          <p:cNvPr id="13" name="Rectangle 12">
            <a:extLst>
              <a:ext uri="{FF2B5EF4-FFF2-40B4-BE49-F238E27FC236}">
                <a16:creationId xmlns:a16="http://schemas.microsoft.com/office/drawing/2014/main" id="{A96370B9-6459-4B05-9A8B-A9E7FA8966CD}"/>
              </a:ext>
            </a:extLst>
          </p:cNvPr>
          <p:cNvSpPr>
            <a:spLocks noChangeAspect="1"/>
          </p:cNvSpPr>
          <p:nvPr/>
        </p:nvSpPr>
        <p:spPr>
          <a:xfrm rot="10800000">
            <a:off x="8430794" y="3096793"/>
            <a:ext cx="3761205" cy="3761205"/>
          </a:xfrm>
          <a:prstGeom prst="rect">
            <a:avLst/>
          </a:prstGeom>
          <a:gradFill flip="none" rotWithShape="1">
            <a:gsLst>
              <a:gs pos="0">
                <a:schemeClr val="accent1">
                  <a:alpha val="40000"/>
                </a:schemeClr>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4" name="Rectangle 13">
            <a:extLst>
              <a:ext uri="{FF2B5EF4-FFF2-40B4-BE49-F238E27FC236}">
                <a16:creationId xmlns:a16="http://schemas.microsoft.com/office/drawing/2014/main" id="{DA3AC0C6-74C3-4E55-AA42-A9F1A4B1B210}"/>
              </a:ext>
            </a:extLst>
          </p:cNvPr>
          <p:cNvSpPr>
            <a:spLocks noChangeAspect="1"/>
          </p:cNvSpPr>
          <p:nvPr/>
        </p:nvSpPr>
        <p:spPr>
          <a:xfrm>
            <a:off x="0" y="0"/>
            <a:ext cx="6589713" cy="6589713"/>
          </a:xfrm>
          <a:prstGeom prst="rect">
            <a:avLst/>
          </a:prstGeom>
          <a:gradFill flip="none" rotWithShape="1">
            <a:gsLst>
              <a:gs pos="0">
                <a:schemeClr val="accent1">
                  <a:alpha val="60000"/>
                </a:schemeClr>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5" name="Rectangle 14">
            <a:extLst>
              <a:ext uri="{FF2B5EF4-FFF2-40B4-BE49-F238E27FC236}">
                <a16:creationId xmlns:a16="http://schemas.microsoft.com/office/drawing/2014/main" id="{132C27A4-86D3-4C83-8022-E37A8672A993}"/>
              </a:ext>
            </a:extLst>
          </p:cNvPr>
          <p:cNvSpPr/>
          <p:nvPr/>
        </p:nvSpPr>
        <p:spPr>
          <a:xfrm>
            <a:off x="0" y="0"/>
            <a:ext cx="12192000" cy="6858000"/>
          </a:xfrm>
          <a:prstGeom prst="rect">
            <a:avLst/>
          </a:prstGeom>
          <a:solidFill>
            <a:schemeClr val="bg2">
              <a:alpha val="4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sp>
        <p:nvSpPr>
          <p:cNvPr id="2" name="Title 1">
            <a:extLst>
              <a:ext uri="{FF2B5EF4-FFF2-40B4-BE49-F238E27FC236}">
                <a16:creationId xmlns:a16="http://schemas.microsoft.com/office/drawing/2014/main" id="{88F1FF59-E1BE-4475-953B-5BF6FBC10C57}"/>
              </a:ext>
            </a:extLst>
          </p:cNvPr>
          <p:cNvSpPr>
            <a:spLocks noGrp="1"/>
          </p:cNvSpPr>
          <p:nvPr>
            <p:ph type="title"/>
          </p:nvPr>
        </p:nvSpPr>
        <p:spPr>
          <a:xfrm>
            <a:off x="540000" y="540000"/>
            <a:ext cx="11090273" cy="1800224"/>
          </a:xfrm>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F8F1F045-44C5-4165-A640-4E4D33A59580}"/>
              </a:ext>
            </a:extLst>
          </p:cNvPr>
          <p:cNvSpPr>
            <a:spLocks noGrp="1"/>
          </p:cNvSpPr>
          <p:nvPr>
            <p:ph type="body" orient="vert" idx="1"/>
          </p:nvPr>
        </p:nvSpPr>
        <p:spPr>
          <a:xfrm>
            <a:off x="540000" y="2528887"/>
            <a:ext cx="11090276" cy="377983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A517047A-D05B-44E9-A240-BDB881C4296A}"/>
              </a:ext>
            </a:extLst>
          </p:cNvPr>
          <p:cNvSpPr>
            <a:spLocks noGrp="1"/>
          </p:cNvSpPr>
          <p:nvPr>
            <p:ph type="dt" sz="half" idx="10"/>
          </p:nvPr>
        </p:nvSpPr>
        <p:spPr/>
        <p:txBody>
          <a:bodyPr/>
          <a:lstStyle/>
          <a:p>
            <a:fld id="{7CF0BCE0-945C-4FDF-95A1-2149B1FF5B83}" type="datetimeFigureOut">
              <a:rPr lang="en-US" smtClean="0"/>
              <a:t>02-Jul-26</a:t>
            </a:fld>
            <a:endParaRPr lang="en-US"/>
          </a:p>
        </p:txBody>
      </p:sp>
      <p:sp>
        <p:nvSpPr>
          <p:cNvPr id="5" name="Footer Placeholder 4">
            <a:extLst>
              <a:ext uri="{FF2B5EF4-FFF2-40B4-BE49-F238E27FC236}">
                <a16:creationId xmlns:a16="http://schemas.microsoft.com/office/drawing/2014/main" id="{7FDCB2E8-A68D-478D-A728-C9612848C84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F7E4F1D-3280-4DB5-B2E0-DA7F10717EB4}"/>
              </a:ext>
            </a:extLst>
          </p:cNvPr>
          <p:cNvSpPr>
            <a:spLocks noGrp="1"/>
          </p:cNvSpPr>
          <p:nvPr>
            <p:ph type="sldNum" sz="quarter" idx="12"/>
          </p:nvPr>
        </p:nvSpPr>
        <p:spPr/>
        <p:txBody>
          <a:bodyPr/>
          <a:lstStyle/>
          <a:p>
            <a:fld id="{4CD77608-3819-479B-BB98-C216BA724EFE}" type="slidenum">
              <a:rPr lang="en-US" smtClean="0"/>
              <a:t>‹#›</a:t>
            </a:fld>
            <a:endParaRPr lang="en-US"/>
          </a:p>
        </p:txBody>
      </p:sp>
    </p:spTree>
    <p:extLst>
      <p:ext uri="{BB962C8B-B14F-4D97-AF65-F5344CB8AC3E}">
        <p14:creationId xmlns:p14="http://schemas.microsoft.com/office/powerpoint/2010/main" val="9762821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3C627D45-FE54-49FF-A37F-6206993AEFD8}"/>
              </a:ext>
            </a:extLst>
          </p:cNvPr>
          <p:cNvGrpSpPr/>
          <p:nvPr/>
        </p:nvGrpSpPr>
        <p:grpSpPr>
          <a:xfrm>
            <a:off x="0" y="-3"/>
            <a:ext cx="12192000" cy="6858003"/>
            <a:chOff x="0" y="-3"/>
            <a:chExt cx="12192000" cy="6858003"/>
          </a:xfrm>
        </p:grpSpPr>
        <p:sp useBgFill="1">
          <p:nvSpPr>
            <p:cNvPr id="8" name="Rectangle 7">
              <a:extLst>
                <a:ext uri="{FF2B5EF4-FFF2-40B4-BE49-F238E27FC236}">
                  <a16:creationId xmlns:a16="http://schemas.microsoft.com/office/drawing/2014/main" id="{879CEFA6-CCA5-4FEF-B53D-E74B1E67E9C7}"/>
                </a:ext>
              </a:extLst>
            </p:cNvPr>
            <p:cNvSpPr/>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a:extLst>
                <a:ext uri="{FF2B5EF4-FFF2-40B4-BE49-F238E27FC236}">
                  <a16:creationId xmlns:a16="http://schemas.microsoft.com/office/drawing/2014/main" id="{ACFCD768-2100-4B20-87EF-9F92EFBD8FA8}"/>
                </a:ext>
              </a:extLst>
            </p:cNvPr>
            <p:cNvGrpSpPr>
              <a:grpSpLocks noChangeAspect="1"/>
            </p:cNvGrpSpPr>
            <p:nvPr/>
          </p:nvGrpSpPr>
          <p:grpSpPr>
            <a:xfrm>
              <a:off x="672000" y="-3"/>
              <a:ext cx="11520000" cy="5760000"/>
              <a:chOff x="5981700" y="-1"/>
              <a:chExt cx="6042660" cy="3021330"/>
            </a:xfrm>
          </p:grpSpPr>
          <p:sp>
            <p:nvSpPr>
              <p:cNvPr id="16" name="Rectangle 15">
                <a:extLst>
                  <a:ext uri="{FF2B5EF4-FFF2-40B4-BE49-F238E27FC236}">
                    <a16:creationId xmlns:a16="http://schemas.microsoft.com/office/drawing/2014/main" id="{E0D1B599-DFF1-4E00-9EAE-EE32BD7B4860}"/>
                  </a:ext>
                </a:extLst>
              </p:cNvPr>
              <p:cNvSpPr/>
              <p:nvPr/>
            </p:nvSpPr>
            <p:spPr>
              <a:xfrm>
                <a:off x="9003030" y="-1"/>
                <a:ext cx="3021330" cy="3021330"/>
              </a:xfrm>
              <a:prstGeom prst="rect">
                <a:avLst/>
              </a:prstGeom>
              <a:gradFill flip="none" rotWithShape="1">
                <a:gsLst>
                  <a:gs pos="0">
                    <a:schemeClr val="accent1">
                      <a:alpha val="60000"/>
                    </a:schemeClr>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A0FCF7F6-290B-4DE7-BA60-863CBF95C2AF}"/>
                  </a:ext>
                </a:extLst>
              </p:cNvPr>
              <p:cNvSpPr/>
              <p:nvPr/>
            </p:nvSpPr>
            <p:spPr>
              <a:xfrm flipH="1">
                <a:off x="5981700" y="-1"/>
                <a:ext cx="3021330" cy="3021330"/>
              </a:xfrm>
              <a:prstGeom prst="rect">
                <a:avLst/>
              </a:prstGeom>
              <a:gradFill flip="none" rotWithShape="1">
                <a:gsLst>
                  <a:gs pos="0">
                    <a:schemeClr val="accent1">
                      <a:alpha val="60000"/>
                    </a:schemeClr>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 name="Rectangle 9">
              <a:extLst>
                <a:ext uri="{FF2B5EF4-FFF2-40B4-BE49-F238E27FC236}">
                  <a16:creationId xmlns:a16="http://schemas.microsoft.com/office/drawing/2014/main" id="{F59358AB-E1C9-402B-9F3F-28B4F50DAC6F}"/>
                </a:ext>
              </a:extLst>
            </p:cNvPr>
            <p:cNvSpPr>
              <a:spLocks noChangeAspect="1"/>
            </p:cNvSpPr>
            <p:nvPr/>
          </p:nvSpPr>
          <p:spPr>
            <a:xfrm rot="5400000">
              <a:off x="5334000" y="0"/>
              <a:ext cx="6858000" cy="6858000"/>
            </a:xfrm>
            <a:prstGeom prst="rect">
              <a:avLst/>
            </a:prstGeom>
            <a:gradFill flip="none" rotWithShape="1">
              <a:gsLst>
                <a:gs pos="0">
                  <a:schemeClr val="accent3">
                    <a:alpha val="60000"/>
                  </a:schemeClr>
                </a:gs>
                <a:gs pos="60000">
                  <a:schemeClr val="accent3">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A78C24EC-8C5D-4A7E-9D57-C752E0DC9485}"/>
                </a:ext>
              </a:extLst>
            </p:cNvPr>
            <p:cNvSpPr>
              <a:spLocks noChangeAspect="1"/>
            </p:cNvSpPr>
            <p:nvPr/>
          </p:nvSpPr>
          <p:spPr>
            <a:xfrm>
              <a:off x="0" y="2538000"/>
              <a:ext cx="4320000" cy="4320000"/>
            </a:xfrm>
            <a:prstGeom prst="ellipse">
              <a:avLst/>
            </a:prstGeom>
            <a:solidFill>
              <a:schemeClr val="accent3">
                <a:alpha val="4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E6C0B30A-4855-4424-B3A8-AC110CA8356F}"/>
                </a:ext>
              </a:extLst>
            </p:cNvPr>
            <p:cNvGrpSpPr/>
            <p:nvPr/>
          </p:nvGrpSpPr>
          <p:grpSpPr>
            <a:xfrm rot="10800000">
              <a:off x="1" y="2948940"/>
              <a:ext cx="7818118" cy="3909059"/>
              <a:chOff x="0" y="0"/>
              <a:chExt cx="2880000" cy="1440000"/>
            </a:xfrm>
          </p:grpSpPr>
          <p:sp>
            <p:nvSpPr>
              <p:cNvPr id="14" name="Rectangle 13">
                <a:extLst>
                  <a:ext uri="{FF2B5EF4-FFF2-40B4-BE49-F238E27FC236}">
                    <a16:creationId xmlns:a16="http://schemas.microsoft.com/office/drawing/2014/main" id="{DC119EB9-1A9A-45A4-AE16-9968A70C5C35}"/>
                  </a:ext>
                </a:extLst>
              </p:cNvPr>
              <p:cNvSpPr/>
              <p:nvPr/>
            </p:nvSpPr>
            <p:spPr>
              <a:xfrm>
                <a:off x="144000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CA5B7B85-4DC3-4343-B734-4852DD5DF033}"/>
                  </a:ext>
                </a:extLst>
              </p:cNvPr>
              <p:cNvSpPr/>
              <p:nvPr/>
            </p:nvSpPr>
            <p:spPr>
              <a:xfrm flipH="1">
                <a:off x="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3" name="Rectangle 12">
              <a:extLst>
                <a:ext uri="{FF2B5EF4-FFF2-40B4-BE49-F238E27FC236}">
                  <a16:creationId xmlns:a16="http://schemas.microsoft.com/office/drawing/2014/main" id="{73F3733E-DBA5-4A25-9315-B7A1A5E7A1FF}"/>
                </a:ext>
              </a:extLst>
            </p:cNvPr>
            <p:cNvSpPr>
              <a:spLocks noChangeAspect="1"/>
            </p:cNvSpPr>
            <p:nvPr/>
          </p:nvSpPr>
          <p:spPr>
            <a:xfrm rot="10800000" flipH="1">
              <a:off x="0" y="521786"/>
              <a:ext cx="6336213" cy="6336213"/>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8" name="Rectangle 17">
            <a:extLst>
              <a:ext uri="{FF2B5EF4-FFF2-40B4-BE49-F238E27FC236}">
                <a16:creationId xmlns:a16="http://schemas.microsoft.com/office/drawing/2014/main" id="{AAB30D07-BE85-45CD-8055-8C57B00E2957}"/>
              </a:ext>
            </a:extLst>
          </p:cNvPr>
          <p:cNvSpPr/>
          <p:nvPr/>
        </p:nvSpPr>
        <p:spPr>
          <a:xfrm>
            <a:off x="0" y="0"/>
            <a:ext cx="12192000" cy="6858000"/>
          </a:xfrm>
          <a:prstGeom prst="rect">
            <a:avLst/>
          </a:prstGeom>
          <a:solidFill>
            <a:schemeClr val="bg2">
              <a:alpha val="4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sp>
        <p:nvSpPr>
          <p:cNvPr id="2" name="Vertical Title 1">
            <a:extLst>
              <a:ext uri="{FF2B5EF4-FFF2-40B4-BE49-F238E27FC236}">
                <a16:creationId xmlns:a16="http://schemas.microsoft.com/office/drawing/2014/main" id="{737FFCCA-9DBF-4E0A-BDC6-F7B8F39BD72F}"/>
              </a:ext>
            </a:extLst>
          </p:cNvPr>
          <p:cNvSpPr>
            <a:spLocks noGrp="1"/>
          </p:cNvSpPr>
          <p:nvPr>
            <p:ph type="title" orient="vert"/>
          </p:nvPr>
        </p:nvSpPr>
        <p:spPr>
          <a:xfrm>
            <a:off x="9012238" y="539999"/>
            <a:ext cx="2628900" cy="576872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511F1B23-21CD-4A3B-938B-5502019A13CD}"/>
              </a:ext>
            </a:extLst>
          </p:cNvPr>
          <p:cNvSpPr>
            <a:spLocks noGrp="1"/>
          </p:cNvSpPr>
          <p:nvPr>
            <p:ph type="body" orient="vert" idx="1"/>
          </p:nvPr>
        </p:nvSpPr>
        <p:spPr>
          <a:xfrm>
            <a:off x="550863" y="539999"/>
            <a:ext cx="8245475" cy="576872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E99C884-5A98-4C01-BB89-098AC6966496}"/>
              </a:ext>
            </a:extLst>
          </p:cNvPr>
          <p:cNvSpPr>
            <a:spLocks noGrp="1"/>
          </p:cNvSpPr>
          <p:nvPr>
            <p:ph type="dt" sz="half" idx="10"/>
          </p:nvPr>
        </p:nvSpPr>
        <p:spPr/>
        <p:txBody>
          <a:bodyPr/>
          <a:lstStyle/>
          <a:p>
            <a:fld id="{7CF0BCE0-945C-4FDF-95A1-2149B1FF5B83}" type="datetimeFigureOut">
              <a:rPr lang="en-US" smtClean="0"/>
              <a:t>02-Jul-26</a:t>
            </a:fld>
            <a:endParaRPr lang="en-US"/>
          </a:p>
        </p:txBody>
      </p:sp>
      <p:sp>
        <p:nvSpPr>
          <p:cNvPr id="5" name="Footer Placeholder 4">
            <a:extLst>
              <a:ext uri="{FF2B5EF4-FFF2-40B4-BE49-F238E27FC236}">
                <a16:creationId xmlns:a16="http://schemas.microsoft.com/office/drawing/2014/main" id="{7DF54D22-9CD7-4FC6-9444-21948246C7C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8AECC14-D66C-401A-A0C9-DFCA5533A5C7}"/>
              </a:ext>
            </a:extLst>
          </p:cNvPr>
          <p:cNvSpPr>
            <a:spLocks noGrp="1"/>
          </p:cNvSpPr>
          <p:nvPr>
            <p:ph type="sldNum" sz="quarter" idx="12"/>
          </p:nvPr>
        </p:nvSpPr>
        <p:spPr/>
        <p:txBody>
          <a:bodyPr/>
          <a:lstStyle/>
          <a:p>
            <a:fld id="{4CD77608-3819-479B-BB98-C216BA724EFE}" type="slidenum">
              <a:rPr lang="en-US" smtClean="0"/>
              <a:t>‹#›</a:t>
            </a:fld>
            <a:endParaRPr lang="en-US"/>
          </a:p>
        </p:txBody>
      </p:sp>
    </p:spTree>
    <p:extLst>
      <p:ext uri="{BB962C8B-B14F-4D97-AF65-F5344CB8AC3E}">
        <p14:creationId xmlns:p14="http://schemas.microsoft.com/office/powerpoint/2010/main" val="35632638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1749C77-AA3A-4DA0-9E20-32FCD2B8BD5F}"/>
              </a:ext>
            </a:extLst>
          </p:cNvPr>
          <p:cNvSpPr>
            <a:spLocks noGrp="1"/>
          </p:cNvSpPr>
          <p:nvPr>
            <p:ph type="title"/>
          </p:nvPr>
        </p:nvSpPr>
        <p:spPr>
          <a:xfrm>
            <a:off x="540000" y="540000"/>
            <a:ext cx="11101135" cy="18095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798DC81A-9B5E-4A92-AA7B-3D750F95F434}"/>
              </a:ext>
            </a:extLst>
          </p:cNvPr>
          <p:cNvSpPr>
            <a:spLocks noGrp="1"/>
          </p:cNvSpPr>
          <p:nvPr>
            <p:ph type="body" idx="1"/>
          </p:nvPr>
        </p:nvSpPr>
        <p:spPr>
          <a:xfrm>
            <a:off x="540000" y="2528887"/>
            <a:ext cx="11101136" cy="377983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604B8083-48FB-4D6A-B77A-262FE3E23D6C}"/>
              </a:ext>
            </a:extLst>
          </p:cNvPr>
          <p:cNvSpPr>
            <a:spLocks noGrp="1"/>
          </p:cNvSpPr>
          <p:nvPr>
            <p:ph type="ftr" sz="quarter" idx="3"/>
          </p:nvPr>
        </p:nvSpPr>
        <p:spPr>
          <a:xfrm>
            <a:off x="540000" y="6314400"/>
            <a:ext cx="7350795" cy="365125"/>
          </a:xfrm>
          <a:prstGeom prst="rect">
            <a:avLst/>
          </a:prstGeom>
        </p:spPr>
        <p:txBody>
          <a:bodyPr vert="horz" lIns="91440" tIns="45720" rIns="91440" bIns="45720" rtlCol="0" anchor="ctr"/>
          <a:lstStyle>
            <a:lvl1pPr algn="l">
              <a:defRPr sz="1000" spc="100" baseline="0">
                <a:solidFill>
                  <a:schemeClr val="tx1"/>
                </a:solidFill>
              </a:defRPr>
            </a:lvl1pPr>
          </a:lstStyle>
          <a:p>
            <a:endParaRPr lang="en-US" sz="1000" dirty="0"/>
          </a:p>
        </p:txBody>
      </p:sp>
      <p:sp>
        <p:nvSpPr>
          <p:cNvPr id="4" name="Date Placeholder 3">
            <a:extLst>
              <a:ext uri="{FF2B5EF4-FFF2-40B4-BE49-F238E27FC236}">
                <a16:creationId xmlns:a16="http://schemas.microsoft.com/office/drawing/2014/main" id="{41EDA5BD-F7C8-4883-81D1-EF1F6F00EF72}"/>
              </a:ext>
            </a:extLst>
          </p:cNvPr>
          <p:cNvSpPr>
            <a:spLocks noGrp="1"/>
          </p:cNvSpPr>
          <p:nvPr>
            <p:ph type="dt" sz="half" idx="2"/>
          </p:nvPr>
        </p:nvSpPr>
        <p:spPr>
          <a:xfrm>
            <a:off x="8075613" y="6314400"/>
            <a:ext cx="2623468" cy="365125"/>
          </a:xfrm>
          <a:prstGeom prst="rect">
            <a:avLst/>
          </a:prstGeom>
        </p:spPr>
        <p:txBody>
          <a:bodyPr vert="horz" lIns="91440" tIns="45720" rIns="91440" bIns="45720" rtlCol="0" anchor="ctr"/>
          <a:lstStyle>
            <a:lvl1pPr algn="r">
              <a:defRPr sz="1000" cap="none" spc="100" baseline="0">
                <a:solidFill>
                  <a:schemeClr val="tx1"/>
                </a:solidFill>
              </a:defRPr>
            </a:lvl1pPr>
          </a:lstStyle>
          <a:p>
            <a:pPr algn="r"/>
            <a:fld id="{7CF0BCE0-945C-4FDF-95A1-2149B1FF5B83}" type="datetimeFigureOut">
              <a:rPr lang="en-US" smtClean="0"/>
              <a:pPr algn="r"/>
              <a:t>02-Jul-26</a:t>
            </a:fld>
            <a:endParaRPr lang="en-US" dirty="0"/>
          </a:p>
        </p:txBody>
      </p:sp>
      <p:sp>
        <p:nvSpPr>
          <p:cNvPr id="6" name="Slide Number Placeholder 5">
            <a:extLst>
              <a:ext uri="{FF2B5EF4-FFF2-40B4-BE49-F238E27FC236}">
                <a16:creationId xmlns:a16="http://schemas.microsoft.com/office/drawing/2014/main" id="{AB48FEDB-2614-400B-9C19-0F4D448D98AB}"/>
              </a:ext>
            </a:extLst>
          </p:cNvPr>
          <p:cNvSpPr>
            <a:spLocks noGrp="1"/>
          </p:cNvSpPr>
          <p:nvPr>
            <p:ph type="sldNum" sz="quarter" idx="4"/>
          </p:nvPr>
        </p:nvSpPr>
        <p:spPr>
          <a:xfrm>
            <a:off x="10883899" y="6314400"/>
            <a:ext cx="757237" cy="365125"/>
          </a:xfrm>
          <a:prstGeom prst="rect">
            <a:avLst/>
          </a:prstGeom>
        </p:spPr>
        <p:txBody>
          <a:bodyPr vert="horz" lIns="91440" tIns="45720" rIns="91440" bIns="45720" rtlCol="0" anchor="ctr"/>
          <a:lstStyle>
            <a:lvl1pPr algn="r">
              <a:defRPr sz="1000" spc="100" baseline="0">
                <a:solidFill>
                  <a:schemeClr val="tx1"/>
                </a:solidFill>
              </a:defRPr>
            </a:lvl1pPr>
          </a:lstStyle>
          <a:p>
            <a:fld id="{4CD77608-3819-479B-BB98-C216BA724EFE}" type="slidenum">
              <a:rPr lang="en-US" smtClean="0"/>
              <a:pPr/>
              <a:t>‹#›</a:t>
            </a:fld>
            <a:endParaRPr lang="en-US" sz="1000" dirty="0"/>
          </a:p>
        </p:txBody>
      </p:sp>
    </p:spTree>
    <p:extLst>
      <p:ext uri="{BB962C8B-B14F-4D97-AF65-F5344CB8AC3E}">
        <p14:creationId xmlns:p14="http://schemas.microsoft.com/office/powerpoint/2010/main" val="3187506917"/>
      </p:ext>
    </p:extLst>
  </p:cSld>
  <p:clrMap bg1="dk1" tx1="lt1" bg2="dk2" tx2="lt2" accent1="accent1" accent2="accent2" accent3="accent3" accent4="accent4" accent5="accent5" accent6="accent6" hlink="hlink" folHlink="folHlink"/>
  <p:sldLayoutIdLst>
    <p:sldLayoutId id="2147483992" r:id="rId1"/>
    <p:sldLayoutId id="2147483993" r:id="rId2"/>
    <p:sldLayoutId id="2147483994" r:id="rId3"/>
    <p:sldLayoutId id="2147483995" r:id="rId4"/>
    <p:sldLayoutId id="2147483996" r:id="rId5"/>
    <p:sldLayoutId id="2147483990" r:id="rId6"/>
    <p:sldLayoutId id="2147483986" r:id="rId7"/>
    <p:sldLayoutId id="2147483987" r:id="rId8"/>
    <p:sldLayoutId id="2147483988" r:id="rId9"/>
    <p:sldLayoutId id="2147483989" r:id="rId10"/>
    <p:sldLayoutId id="2147483991" r:id="rId11"/>
  </p:sldLayoutIdLst>
  <p:txStyles>
    <p:titleStyle>
      <a:lvl1pPr algn="l" defTabSz="914400" rtl="0" eaLnBrk="1" latinLnBrk="0" hangingPunct="1">
        <a:lnSpc>
          <a:spcPct val="90000"/>
        </a:lnSpc>
        <a:spcBef>
          <a:spcPct val="0"/>
        </a:spcBef>
        <a:buNone/>
        <a:defRPr sz="6000" kern="1200">
          <a:solidFill>
            <a:schemeClr val="tx1"/>
          </a:solidFill>
          <a:latin typeface="+mj-lt"/>
          <a:ea typeface="+mj-ea"/>
          <a:cs typeface="+mj-cs"/>
        </a:defRPr>
      </a:lvl1pPr>
    </p:titleStyle>
    <p:bodyStyle>
      <a:lvl1pPr marL="270000" indent="-270000" algn="l" defTabSz="914400" rtl="0" eaLnBrk="1" latinLnBrk="0" hangingPunct="1">
        <a:lnSpc>
          <a:spcPct val="125000"/>
        </a:lnSpc>
        <a:spcBef>
          <a:spcPts val="1000"/>
        </a:spcBef>
        <a:buFont typeface="Arial" panose="020B0604020202020204" pitchFamily="34" charset="0"/>
        <a:buChar char="•"/>
        <a:defRPr sz="1800" kern="1200" spc="50" baseline="0">
          <a:solidFill>
            <a:schemeClr val="tx1"/>
          </a:solidFill>
          <a:latin typeface="+mn-lt"/>
          <a:ea typeface="+mn-ea"/>
          <a:cs typeface="+mn-cs"/>
        </a:defRPr>
      </a:lvl1pPr>
      <a:lvl2pPr marL="720000" indent="-270000" algn="l" defTabSz="914400" rtl="0" eaLnBrk="1" latinLnBrk="0" hangingPunct="1">
        <a:lnSpc>
          <a:spcPct val="125000"/>
        </a:lnSpc>
        <a:spcBef>
          <a:spcPts val="500"/>
        </a:spcBef>
        <a:buFont typeface="Arial" panose="020B0604020202020204" pitchFamily="34" charset="0"/>
        <a:buChar char="•"/>
        <a:defRPr sz="1800" kern="1200" spc="50" baseline="0">
          <a:solidFill>
            <a:schemeClr val="tx1"/>
          </a:solidFill>
          <a:latin typeface="+mn-lt"/>
          <a:ea typeface="+mn-ea"/>
          <a:cs typeface="+mn-cs"/>
        </a:defRPr>
      </a:lvl2pPr>
      <a:lvl3pPr marL="1080000" indent="-270000" algn="l" defTabSz="914400" rtl="0" eaLnBrk="1" latinLnBrk="0" hangingPunct="1">
        <a:lnSpc>
          <a:spcPct val="125000"/>
        </a:lnSpc>
        <a:spcBef>
          <a:spcPts val="500"/>
        </a:spcBef>
        <a:buFont typeface="Arial" panose="020B0604020202020204" pitchFamily="34" charset="0"/>
        <a:buChar char="•"/>
        <a:defRPr sz="1800" kern="1200" spc="50" baseline="0">
          <a:solidFill>
            <a:schemeClr val="tx1"/>
          </a:solidFill>
          <a:latin typeface="+mn-lt"/>
          <a:ea typeface="+mn-ea"/>
          <a:cs typeface="+mn-cs"/>
        </a:defRPr>
      </a:lvl3pPr>
      <a:lvl4pPr marL="1440000" indent="-270000" algn="l" defTabSz="914400" rtl="0" eaLnBrk="1" latinLnBrk="0" hangingPunct="1">
        <a:lnSpc>
          <a:spcPct val="125000"/>
        </a:lnSpc>
        <a:spcBef>
          <a:spcPts val="500"/>
        </a:spcBef>
        <a:buFont typeface="Arial" panose="020B0604020202020204" pitchFamily="34" charset="0"/>
        <a:buChar char="•"/>
        <a:defRPr sz="1800" kern="1200" spc="50" baseline="0">
          <a:solidFill>
            <a:schemeClr val="tx1"/>
          </a:solidFill>
          <a:latin typeface="+mn-lt"/>
          <a:ea typeface="+mn-ea"/>
          <a:cs typeface="+mn-cs"/>
        </a:defRPr>
      </a:lvl4pPr>
      <a:lvl5pPr marL="1800000" indent="-270000" algn="l" defTabSz="914400" rtl="0" eaLnBrk="1" latinLnBrk="0" hangingPunct="1">
        <a:lnSpc>
          <a:spcPct val="125000"/>
        </a:lnSpc>
        <a:spcBef>
          <a:spcPts val="500"/>
        </a:spcBef>
        <a:buFont typeface="Arial" panose="020B0604020202020204" pitchFamily="34" charset="0"/>
        <a:buChar char="•"/>
        <a:defRPr sz="1800" kern="1200" spc="5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hyperlink" Target="https://www.androidpolice.com/samsung-galaxy-s24-ultra-gorilla-armor-display-scratch-resistance-tested/" TargetMode="External"/><Relationship Id="rId13" Type="http://schemas.openxmlformats.org/officeDocument/2006/relationships/hyperlink" Target="https://pxhere.com/id/photo/1584463" TargetMode="External"/><Relationship Id="rId3" Type="http://schemas.openxmlformats.org/officeDocument/2006/relationships/diagramLayout" Target="../diagrams/layout1.xml"/><Relationship Id="rId7" Type="http://schemas.openxmlformats.org/officeDocument/2006/relationships/image" Target="../media/image1.jpg"/><Relationship Id="rId12" Type="http://schemas.openxmlformats.org/officeDocument/2006/relationships/image" Target="../media/image4.jpg"/><Relationship Id="rId2" Type="http://schemas.openxmlformats.org/officeDocument/2006/relationships/diagramData" Target="../diagrams/data1.xml"/><Relationship Id="rId1" Type="http://schemas.openxmlformats.org/officeDocument/2006/relationships/slideLayout" Target="../slideLayouts/slideLayout1.xml"/><Relationship Id="rId6" Type="http://schemas.microsoft.com/office/2007/relationships/diagramDrawing" Target="../diagrams/drawing1.xml"/><Relationship Id="rId11" Type="http://schemas.openxmlformats.org/officeDocument/2006/relationships/image" Target="../media/image3.png"/><Relationship Id="rId5" Type="http://schemas.openxmlformats.org/officeDocument/2006/relationships/diagramColors" Target="../diagrams/colors1.xml"/><Relationship Id="rId10" Type="http://schemas.openxmlformats.org/officeDocument/2006/relationships/hyperlink" Target="https://www.rawpixel.com/search/control" TargetMode="External"/><Relationship Id="rId4" Type="http://schemas.openxmlformats.org/officeDocument/2006/relationships/diagramQuickStyle" Target="../diagrams/quickStyle1.xml"/><Relationship Id="rId9" Type="http://schemas.openxmlformats.org/officeDocument/2006/relationships/image" Target="../media/image2.2"/></Relationships>
</file>

<file path=ppt/slides/_rels/slide2.xml.rels><?xml version="1.0" encoding="UTF-8" standalone="yes"?>
<Relationships xmlns="http://schemas.openxmlformats.org/package/2006/relationships"><Relationship Id="rId3" Type="http://schemas.openxmlformats.org/officeDocument/2006/relationships/hyperlink" Target="https://www.openaccessgovernment.org/article/human-centirc-artificial-intelligence-frontier-research-building-industry-capability/155691/" TargetMode="External"/><Relationship Id="rId2" Type="http://schemas.openxmlformats.org/officeDocument/2006/relationships/image" Target="../media/image5.jpg"/><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3" Type="http://schemas.openxmlformats.org/officeDocument/2006/relationships/hyperlink" Target="https://qz.com/how-ai-actually-works" TargetMode="External"/><Relationship Id="rId2" Type="http://schemas.openxmlformats.org/officeDocument/2006/relationships/image" Target="../media/image6.jpg"/><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hyperlink" Target="https://todaytrendit.tistory.com/42" TargetMode="External"/><Relationship Id="rId2" Type="http://schemas.openxmlformats.org/officeDocument/2006/relationships/image" Target="../media/image7.png"/><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hyperlink" Target="https://www.process-worldwide.com/total-and-google-join-forces-to-develop-ai-solution-a-709625/" TargetMode="External"/><Relationship Id="rId7" Type="http://schemas.openxmlformats.org/officeDocument/2006/relationships/diagramColors" Target="../diagrams/colors2.xml"/><Relationship Id="rId2" Type="http://schemas.openxmlformats.org/officeDocument/2006/relationships/image" Target="../media/image8.jpg"/><Relationship Id="rId1" Type="http://schemas.openxmlformats.org/officeDocument/2006/relationships/slideLayout" Target="../slideLayouts/slideLayout8.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26" name="Group 25">
            <a:extLst>
              <a:ext uri="{FF2B5EF4-FFF2-40B4-BE49-F238E27FC236}">
                <a16:creationId xmlns:a16="http://schemas.microsoft.com/office/drawing/2014/main" id="{67416F32-9D98-4340-82E8-E90CE00AD2A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V="1">
            <a:off x="0" y="-1"/>
            <a:ext cx="12191999" cy="6861601"/>
            <a:chOff x="0" y="-1"/>
            <a:chExt cx="12191999" cy="6861601"/>
          </a:xfrm>
        </p:grpSpPr>
        <p:sp>
          <p:nvSpPr>
            <p:cNvPr id="27" name="Rectangle 26">
              <a:extLst>
                <a:ext uri="{FF2B5EF4-FFF2-40B4-BE49-F238E27FC236}">
                  <a16:creationId xmlns:a16="http://schemas.microsoft.com/office/drawing/2014/main" id="{66375AB4-82BB-418F-A50F-6180F68724A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0" y="0"/>
              <a:ext cx="5217886" cy="5217886"/>
            </a:xfrm>
            <a:prstGeom prst="rect">
              <a:avLst/>
            </a:prstGeom>
            <a:gradFill flip="none" rotWithShape="1">
              <a:gsLst>
                <a:gs pos="0">
                  <a:schemeClr val="accent2">
                    <a:alpha val="60000"/>
                  </a:schemeClr>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28" name="Oval 27">
              <a:extLst>
                <a:ext uri="{FF2B5EF4-FFF2-40B4-BE49-F238E27FC236}">
                  <a16:creationId xmlns:a16="http://schemas.microsoft.com/office/drawing/2014/main" id="{3FDD54B2-4A3F-4BFE-8FF0-82CA73F4AE8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5750280" y="2148106"/>
              <a:ext cx="4320000" cy="4320000"/>
            </a:xfrm>
            <a:prstGeom prst="ellipse">
              <a:avLst/>
            </a:prstGeom>
            <a:solidFill>
              <a:schemeClr val="accent3">
                <a:alpha val="60000"/>
              </a:schemeClr>
            </a:solidFill>
            <a:ln>
              <a:noFill/>
            </a:ln>
            <a:effectLst>
              <a:softEdge rad="1016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29" name="Oval 28">
              <a:extLst>
                <a:ext uri="{FF2B5EF4-FFF2-40B4-BE49-F238E27FC236}">
                  <a16:creationId xmlns:a16="http://schemas.microsoft.com/office/drawing/2014/main" id="{30876F96-77AB-4E72-B1D2-FA45F4E3C04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0" y="0"/>
              <a:ext cx="6347046" cy="6347046"/>
            </a:xfrm>
            <a:prstGeom prst="ellipse">
              <a:avLst/>
            </a:prstGeom>
            <a:solidFill>
              <a:schemeClr val="accent3">
                <a:alpha val="2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grpSp>
          <p:nvGrpSpPr>
            <p:cNvPr id="30" name="Group 29">
              <a:extLst>
                <a:ext uri="{FF2B5EF4-FFF2-40B4-BE49-F238E27FC236}">
                  <a16:creationId xmlns:a16="http://schemas.microsoft.com/office/drawing/2014/main" id="{BB08A2E9-6518-449E-940B-8518A1D850BB}"/>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0800000">
              <a:off x="0" y="-1"/>
              <a:ext cx="10800000" cy="6858000"/>
              <a:chOff x="2328000" y="0"/>
              <a:chExt cx="2880000" cy="1440000"/>
            </a:xfrm>
          </p:grpSpPr>
          <p:sp>
            <p:nvSpPr>
              <p:cNvPr id="32" name="Rectangle 31">
                <a:extLst>
                  <a:ext uri="{FF2B5EF4-FFF2-40B4-BE49-F238E27FC236}">
                    <a16:creationId xmlns:a16="http://schemas.microsoft.com/office/drawing/2014/main" id="{60A86BE0-76B3-4EA0-BA2D-05266013A8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6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33" name="Rectangle 32">
                <a:extLst>
                  <a:ext uri="{FF2B5EF4-FFF2-40B4-BE49-F238E27FC236}">
                    <a16:creationId xmlns:a16="http://schemas.microsoft.com/office/drawing/2014/main" id="{6BA13564-810C-4398-AA63-67B020811F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232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sp>
          <p:nvSpPr>
            <p:cNvPr id="31" name="Rectangle 30">
              <a:extLst>
                <a:ext uri="{FF2B5EF4-FFF2-40B4-BE49-F238E27FC236}">
                  <a16:creationId xmlns:a16="http://schemas.microsoft.com/office/drawing/2014/main" id="{3555E1EF-6216-47FA-BBCA-7C0C8C2DAB8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0800000">
              <a:off x="5602286" y="271887"/>
              <a:ext cx="6589713" cy="6589713"/>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sp>
        <p:nvSpPr>
          <p:cNvPr id="35" name="Rectangle 34">
            <a:extLst>
              <a:ext uri="{FF2B5EF4-FFF2-40B4-BE49-F238E27FC236}">
                <a16:creationId xmlns:a16="http://schemas.microsoft.com/office/drawing/2014/main" id="{D8D85657-6A77-4466-887F-EE948B9CD2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alpha val="4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grpSp>
        <p:nvGrpSpPr>
          <p:cNvPr id="37" name="Group 36">
            <a:extLst>
              <a:ext uri="{FF2B5EF4-FFF2-40B4-BE49-F238E27FC236}">
                <a16:creationId xmlns:a16="http://schemas.microsoft.com/office/drawing/2014/main" id="{30D050C3-946A-4155-B469-3FE5492E6E9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0"/>
            <a:ext cx="12191999" cy="6861600"/>
            <a:chOff x="1" y="0"/>
            <a:chExt cx="12191999" cy="6861600"/>
          </a:xfrm>
        </p:grpSpPr>
        <p:sp>
          <p:nvSpPr>
            <p:cNvPr id="38" name="Rectangle 37">
              <a:extLst>
                <a:ext uri="{FF2B5EF4-FFF2-40B4-BE49-F238E27FC236}">
                  <a16:creationId xmlns:a16="http://schemas.microsoft.com/office/drawing/2014/main" id="{70D7BFBB-BF60-4EF1-AF1C-731347DB115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6200000">
              <a:off x="1" y="1640114"/>
              <a:ext cx="5217886" cy="5217886"/>
            </a:xfrm>
            <a:prstGeom prst="rect">
              <a:avLst/>
            </a:prstGeom>
            <a:gradFill flip="none" rotWithShape="1">
              <a:gsLst>
                <a:gs pos="0">
                  <a:schemeClr val="accent2">
                    <a:alpha val="60000"/>
                  </a:schemeClr>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Oval 38">
              <a:extLst>
                <a:ext uri="{FF2B5EF4-FFF2-40B4-BE49-F238E27FC236}">
                  <a16:creationId xmlns:a16="http://schemas.microsoft.com/office/drawing/2014/main" id="{40150CBC-E30B-417C-9BB2-CE6BB1A6440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384514" y="0"/>
              <a:ext cx="4320000" cy="4320000"/>
            </a:xfrm>
            <a:prstGeom prst="ellipse">
              <a:avLst/>
            </a:prstGeom>
            <a:solidFill>
              <a:schemeClr val="accent3">
                <a:alpha val="96000"/>
              </a:schemeClr>
            </a:solidFill>
            <a:ln>
              <a:noFill/>
            </a:ln>
            <a:effectLst>
              <a:softEdge rad="1016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Oval 39">
              <a:extLst>
                <a:ext uri="{FF2B5EF4-FFF2-40B4-BE49-F238E27FC236}">
                  <a16:creationId xmlns:a16="http://schemas.microsoft.com/office/drawing/2014/main" id="{476020D6-6ADB-408E-A69F-4EA6F51A7F1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119057" y="1230054"/>
              <a:ext cx="5506886" cy="5506886"/>
            </a:xfrm>
            <a:prstGeom prst="ellipse">
              <a:avLst/>
            </a:prstGeom>
            <a:solidFill>
              <a:schemeClr val="accent2">
                <a:alpha val="6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1" name="Group 40">
              <a:extLst>
                <a:ext uri="{FF2B5EF4-FFF2-40B4-BE49-F238E27FC236}">
                  <a16:creationId xmlns:a16="http://schemas.microsoft.com/office/drawing/2014/main" id="{8226C8E5-1D99-421D-AB3C-2AF296A15325}"/>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690092" y="0"/>
              <a:ext cx="10800000" cy="6858000"/>
              <a:chOff x="2328000" y="0"/>
              <a:chExt cx="2880000" cy="1440000"/>
            </a:xfrm>
          </p:grpSpPr>
          <p:sp>
            <p:nvSpPr>
              <p:cNvPr id="46" name="Rectangle 45">
                <a:extLst>
                  <a:ext uri="{FF2B5EF4-FFF2-40B4-BE49-F238E27FC236}">
                    <a16:creationId xmlns:a16="http://schemas.microsoft.com/office/drawing/2014/main" id="{67669339-D0C4-4CF0-9A76-5BFBCDB798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6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a:extLst>
                  <a:ext uri="{FF2B5EF4-FFF2-40B4-BE49-F238E27FC236}">
                    <a16:creationId xmlns:a16="http://schemas.microsoft.com/office/drawing/2014/main" id="{38B31604-91C4-4CB0-8097-02EE0ADDC1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232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2" name="Group 41">
              <a:extLst>
                <a:ext uri="{FF2B5EF4-FFF2-40B4-BE49-F238E27FC236}">
                  <a16:creationId xmlns:a16="http://schemas.microsoft.com/office/drawing/2014/main" id="{548340F5-A593-469A-98DC-B6D90D3B22B4}"/>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7048499" y="1714500"/>
              <a:ext cx="6858000" cy="3429000"/>
              <a:chOff x="0" y="0"/>
              <a:chExt cx="2880000" cy="1440000"/>
            </a:xfrm>
          </p:grpSpPr>
          <p:sp>
            <p:nvSpPr>
              <p:cNvPr id="44" name="Rectangle 43">
                <a:extLst>
                  <a:ext uri="{FF2B5EF4-FFF2-40B4-BE49-F238E27FC236}">
                    <a16:creationId xmlns:a16="http://schemas.microsoft.com/office/drawing/2014/main" id="{B59E3068-3000-4C82-ACA8-367498951E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44000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C2E1C398-D8F7-4828-9F7F-80D61DAE2B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3" name="Rectangle 42">
              <a:extLst>
                <a:ext uri="{FF2B5EF4-FFF2-40B4-BE49-F238E27FC236}">
                  <a16:creationId xmlns:a16="http://schemas.microsoft.com/office/drawing/2014/main" id="{813B333C-60FD-4260-80E0-190666C9DE7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0800000">
              <a:off x="5602287" y="271887"/>
              <a:ext cx="6589713" cy="6589713"/>
            </a:xfrm>
            <a:prstGeom prst="rect">
              <a:avLst/>
            </a:prstGeom>
            <a:gradFill flip="none" rotWithShape="1">
              <a:gsLst>
                <a:gs pos="0">
                  <a:schemeClr val="accent3"/>
                </a:gs>
                <a:gs pos="60000">
                  <a:schemeClr val="accent3">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9" name="Rectangle 48">
            <a:extLst>
              <a:ext uri="{FF2B5EF4-FFF2-40B4-BE49-F238E27FC236}">
                <a16:creationId xmlns:a16="http://schemas.microsoft.com/office/drawing/2014/main" id="{DC05F582-AA63-4A8C-915E-66057E4BEE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12192000" cy="6858000"/>
          </a:xfrm>
          <a:prstGeom prst="rect">
            <a:avLst/>
          </a:prstGeom>
          <a:gradFill flip="none" rotWithShape="1">
            <a:gsLst>
              <a:gs pos="0">
                <a:schemeClr val="bg2">
                  <a:alpha val="60000"/>
                </a:schemeClr>
              </a:gs>
              <a:gs pos="37000">
                <a:schemeClr val="bg2">
                  <a:alpha val="60000"/>
                </a:schemeClr>
              </a:gs>
              <a:gs pos="79000">
                <a:schemeClr val="bg2">
                  <a:alpha val="0"/>
                </a:schemeClr>
              </a:gs>
            </a:gsLst>
            <a:lin ang="0" scaled="1"/>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2" name="Title 1">
            <a:extLst>
              <a:ext uri="{FF2B5EF4-FFF2-40B4-BE49-F238E27FC236}">
                <a16:creationId xmlns:a16="http://schemas.microsoft.com/office/drawing/2014/main" id="{35A25507-073E-4B3A-7929-B8CBDDE6D1C2}"/>
              </a:ext>
            </a:extLst>
          </p:cNvPr>
          <p:cNvSpPr>
            <a:spLocks noGrp="1"/>
          </p:cNvSpPr>
          <p:nvPr>
            <p:ph type="ctrTitle"/>
          </p:nvPr>
        </p:nvSpPr>
        <p:spPr>
          <a:xfrm>
            <a:off x="7308952" y="539999"/>
            <a:ext cx="4332184" cy="3604502"/>
          </a:xfrm>
        </p:spPr>
        <p:txBody>
          <a:bodyPr vert="horz" lIns="91440" tIns="45720" rIns="91440" bIns="45720" rtlCol="0" anchor="b">
            <a:normAutofit/>
          </a:bodyPr>
          <a:lstStyle>
            <a:defPPr>
              <a:defRPr lang="en-US"/>
            </a:defPPr>
            <a:lvl1pPr marL="0" algn="l" defTabSz="316520" rtl="0" eaLnBrk="1" latinLnBrk="0" hangingPunct="1">
              <a:defRPr sz="1246" kern="1200">
                <a:solidFill>
                  <a:schemeClr val="tx1"/>
                </a:solidFill>
                <a:latin typeface="+mn-lt"/>
                <a:ea typeface="+mn-ea"/>
                <a:cs typeface="+mn-cs"/>
              </a:defRPr>
            </a:lvl1pPr>
            <a:lvl2pPr marL="316520" algn="l" defTabSz="316520" rtl="0" eaLnBrk="1" latinLnBrk="0" hangingPunct="1">
              <a:defRPr sz="1246" kern="1200">
                <a:solidFill>
                  <a:schemeClr val="tx1"/>
                </a:solidFill>
                <a:latin typeface="+mn-lt"/>
                <a:ea typeface="+mn-ea"/>
                <a:cs typeface="+mn-cs"/>
              </a:defRPr>
            </a:lvl2pPr>
            <a:lvl3pPr marL="633039" algn="l" defTabSz="316520" rtl="0" eaLnBrk="1" latinLnBrk="0" hangingPunct="1">
              <a:defRPr sz="1246" kern="1200">
                <a:solidFill>
                  <a:schemeClr val="tx1"/>
                </a:solidFill>
                <a:latin typeface="+mn-lt"/>
                <a:ea typeface="+mn-ea"/>
                <a:cs typeface="+mn-cs"/>
              </a:defRPr>
            </a:lvl3pPr>
            <a:lvl4pPr marL="949559" algn="l" defTabSz="316520" rtl="0" eaLnBrk="1" latinLnBrk="0" hangingPunct="1">
              <a:defRPr sz="1246" kern="1200">
                <a:solidFill>
                  <a:schemeClr val="tx1"/>
                </a:solidFill>
                <a:latin typeface="+mn-lt"/>
                <a:ea typeface="+mn-ea"/>
                <a:cs typeface="+mn-cs"/>
              </a:defRPr>
            </a:lvl4pPr>
            <a:lvl5pPr marL="1266078" algn="l" defTabSz="316520" rtl="0" eaLnBrk="1" latinLnBrk="0" hangingPunct="1">
              <a:defRPr sz="1246" kern="1200">
                <a:solidFill>
                  <a:schemeClr val="tx1"/>
                </a:solidFill>
                <a:latin typeface="+mn-lt"/>
                <a:ea typeface="+mn-ea"/>
                <a:cs typeface="+mn-cs"/>
              </a:defRPr>
            </a:lvl5pPr>
            <a:lvl6pPr marL="1582598" algn="l" defTabSz="316520" rtl="0" eaLnBrk="1" latinLnBrk="0" hangingPunct="1">
              <a:defRPr sz="1246" kern="1200">
                <a:solidFill>
                  <a:schemeClr val="tx1"/>
                </a:solidFill>
                <a:latin typeface="+mn-lt"/>
                <a:ea typeface="+mn-ea"/>
                <a:cs typeface="+mn-cs"/>
              </a:defRPr>
            </a:lvl6pPr>
            <a:lvl7pPr marL="1899117" algn="l" defTabSz="316520" rtl="0" eaLnBrk="1" latinLnBrk="0" hangingPunct="1">
              <a:defRPr sz="1246" kern="1200">
                <a:solidFill>
                  <a:schemeClr val="tx1"/>
                </a:solidFill>
                <a:latin typeface="+mn-lt"/>
                <a:ea typeface="+mn-ea"/>
                <a:cs typeface="+mn-cs"/>
              </a:defRPr>
            </a:lvl7pPr>
            <a:lvl8pPr marL="2215637" algn="l" defTabSz="316520" rtl="0" eaLnBrk="1" latinLnBrk="0" hangingPunct="1">
              <a:defRPr sz="1246" kern="1200">
                <a:solidFill>
                  <a:schemeClr val="tx1"/>
                </a:solidFill>
                <a:latin typeface="+mn-lt"/>
                <a:ea typeface="+mn-ea"/>
                <a:cs typeface="+mn-cs"/>
              </a:defRPr>
            </a:lvl8pPr>
            <a:lvl9pPr marL="2532156" algn="l" defTabSz="316520" rtl="0" eaLnBrk="1" latinLnBrk="0" hangingPunct="1">
              <a:defRPr sz="1246" kern="1200">
                <a:solidFill>
                  <a:schemeClr val="tx1"/>
                </a:solidFill>
                <a:latin typeface="+mn-lt"/>
                <a:ea typeface="+mn-ea"/>
                <a:cs typeface="+mn-cs"/>
              </a:defRPr>
            </a:lvl9pPr>
          </a:lstStyle>
          <a:p>
            <a:pPr defTabSz="914400"/>
            <a:r>
              <a:rPr lang="en-US" sz="6000" b="1" dirty="0">
                <a:latin typeface="+mj-lt"/>
                <a:ea typeface="+mj-ea"/>
                <a:cs typeface="+mj-cs"/>
              </a:rPr>
              <a:t>Artificial Intelligence in our daily life</a:t>
            </a:r>
          </a:p>
        </p:txBody>
      </p:sp>
      <p:graphicFrame>
        <p:nvGraphicFramePr>
          <p:cNvPr id="4" name="Diagram 3">
            <a:extLst>
              <a:ext uri="{FF2B5EF4-FFF2-40B4-BE49-F238E27FC236}">
                <a16:creationId xmlns:a16="http://schemas.microsoft.com/office/drawing/2014/main" id="{8FE67D1A-A65D-F72E-D89D-3EEF57A8A705}"/>
              </a:ext>
            </a:extLst>
          </p:cNvPr>
          <p:cNvGraphicFramePr/>
          <p:nvPr>
            <p:extLst>
              <p:ext uri="{D42A27DB-BD31-4B8C-83A1-F6EECF244321}">
                <p14:modId xmlns:p14="http://schemas.microsoft.com/office/powerpoint/2010/main" val="137294451"/>
              </p:ext>
            </p:extLst>
          </p:nvPr>
        </p:nvGraphicFramePr>
        <p:xfrm>
          <a:off x="7276988" y="4265561"/>
          <a:ext cx="3984170" cy="227914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48" name="Picture 47">
            <a:extLst>
              <a:ext uri="{FF2B5EF4-FFF2-40B4-BE49-F238E27FC236}">
                <a16:creationId xmlns:a16="http://schemas.microsoft.com/office/drawing/2014/main" id="{4E37ED54-FAE4-52E0-FBD1-619BD8800559}"/>
              </a:ext>
            </a:extLst>
          </p:cNvPr>
          <p:cNvPicPr>
            <a:picLocks noChangeAspect="1"/>
          </p:cNvPicPr>
          <p:nvPr/>
        </p:nvPicPr>
        <p:blipFill>
          <a:blip r:embed="rId7">
            <a:extLst>
              <a:ext uri="{28A0092B-C50C-407E-A947-70E740481C1C}">
                <a14:useLocalDpi xmlns:a14="http://schemas.microsoft.com/office/drawing/2010/main" val="0"/>
              </a:ext>
              <a:ext uri="{837473B0-CC2E-450A-ABE3-18F120FF3D39}">
                <a1611:picAttrSrcUrl xmlns:a1611="http://schemas.microsoft.com/office/drawing/2016/11/main" r:id="rId8"/>
              </a:ext>
            </a:extLst>
          </a:blip>
          <a:stretch>
            <a:fillRect/>
          </a:stretch>
        </p:blipFill>
        <p:spPr>
          <a:xfrm>
            <a:off x="-1" y="3677178"/>
            <a:ext cx="5654795" cy="3180822"/>
          </a:xfrm>
          <a:prstGeom prst="rect">
            <a:avLst/>
          </a:prstGeom>
        </p:spPr>
      </p:pic>
      <p:pic>
        <p:nvPicPr>
          <p:cNvPr id="51" name="Picture 50">
            <a:extLst>
              <a:ext uri="{FF2B5EF4-FFF2-40B4-BE49-F238E27FC236}">
                <a16:creationId xmlns:a16="http://schemas.microsoft.com/office/drawing/2014/main" id="{EE00DB64-30A9-806F-BE09-73E77B469E6A}"/>
              </a:ext>
            </a:extLst>
          </p:cNvPr>
          <p:cNvPicPr>
            <a:picLocks noChangeAspect="1"/>
          </p:cNvPicPr>
          <p:nvPr/>
        </p:nvPicPr>
        <p:blipFill>
          <a:blip r:embed="rId9">
            <a:extLst>
              <a:ext uri="{28A0092B-C50C-407E-A947-70E740481C1C}">
                <a14:useLocalDpi xmlns:a14="http://schemas.microsoft.com/office/drawing/2010/main" val="0"/>
              </a:ext>
              <a:ext uri="{837473B0-CC2E-450A-ABE3-18F120FF3D39}">
                <a1611:picAttrSrcUrl xmlns:a1611="http://schemas.microsoft.com/office/drawing/2016/11/main" r:id="rId10"/>
              </a:ext>
            </a:extLst>
          </a:blip>
          <a:stretch>
            <a:fillRect/>
          </a:stretch>
        </p:blipFill>
        <p:spPr>
          <a:xfrm>
            <a:off x="43922" y="-3601"/>
            <a:ext cx="3611907" cy="3611907"/>
          </a:xfrm>
          <a:prstGeom prst="rect">
            <a:avLst/>
          </a:prstGeom>
        </p:spPr>
      </p:pic>
      <p:pic>
        <p:nvPicPr>
          <p:cNvPr id="5" name="Picture 4">
            <a:extLst>
              <a:ext uri="{FF2B5EF4-FFF2-40B4-BE49-F238E27FC236}">
                <a16:creationId xmlns:a16="http://schemas.microsoft.com/office/drawing/2014/main" id="{55EA78D0-A4F2-93ED-D764-946E0B7806F7}"/>
              </a:ext>
            </a:extLst>
          </p:cNvPr>
          <p:cNvPicPr>
            <a:picLocks noChangeAspect="1"/>
          </p:cNvPicPr>
          <p:nvPr/>
        </p:nvPicPr>
        <p:blipFill>
          <a:blip r:embed="rId11">
            <a:extLst>
              <a:ext uri="{28A0092B-C50C-407E-A947-70E740481C1C}">
                <a14:useLocalDpi xmlns:a14="http://schemas.microsoft.com/office/drawing/2010/main" val="0"/>
              </a:ext>
            </a:extLst>
          </a:blip>
          <a:srcRect l="15045" r="14263"/>
          <a:stretch>
            <a:fillRect/>
          </a:stretch>
        </p:blipFill>
        <p:spPr>
          <a:xfrm>
            <a:off x="5705691" y="3639531"/>
            <a:ext cx="1423304" cy="1342249"/>
          </a:xfrm>
          <a:prstGeom prst="rect">
            <a:avLst/>
          </a:prstGeom>
        </p:spPr>
      </p:pic>
      <p:pic>
        <p:nvPicPr>
          <p:cNvPr id="7" name="Picture 6">
            <a:extLst>
              <a:ext uri="{FF2B5EF4-FFF2-40B4-BE49-F238E27FC236}">
                <a16:creationId xmlns:a16="http://schemas.microsoft.com/office/drawing/2014/main" id="{68F826DC-ABA1-1508-7520-D567C8295169}"/>
              </a:ext>
            </a:extLst>
          </p:cNvPr>
          <p:cNvPicPr>
            <a:picLocks noChangeAspect="1"/>
          </p:cNvPicPr>
          <p:nvPr/>
        </p:nvPicPr>
        <p:blipFill>
          <a:blip r:embed="rId12">
            <a:extLst>
              <a:ext uri="{28A0092B-C50C-407E-A947-70E740481C1C}">
                <a14:useLocalDpi xmlns:a14="http://schemas.microsoft.com/office/drawing/2010/main" val="0"/>
              </a:ext>
              <a:ext uri="{837473B0-CC2E-450A-ABE3-18F120FF3D39}">
                <a1611:picAttrSrcUrl xmlns:a1611="http://schemas.microsoft.com/office/drawing/2016/11/main" r:id="rId13"/>
              </a:ext>
            </a:extLst>
          </a:blip>
          <a:srcRect l="23793" t="138" r="15565" b="-138"/>
          <a:stretch>
            <a:fillRect/>
          </a:stretch>
        </p:blipFill>
        <p:spPr>
          <a:xfrm>
            <a:off x="3646374" y="-7202"/>
            <a:ext cx="3453681" cy="3611907"/>
          </a:xfrm>
          <a:prstGeom prst="rect">
            <a:avLst/>
          </a:prstGeom>
        </p:spPr>
      </p:pic>
    </p:spTree>
    <p:extLst>
      <p:ext uri="{BB962C8B-B14F-4D97-AF65-F5344CB8AC3E}">
        <p14:creationId xmlns:p14="http://schemas.microsoft.com/office/powerpoint/2010/main" val="4158437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DC9422-BD41-09F7-3D05-EDDC8B79A4AC}"/>
              </a:ext>
            </a:extLst>
          </p:cNvPr>
          <p:cNvSpPr>
            <a:spLocks noGrp="1"/>
          </p:cNvSpPr>
          <p:nvPr>
            <p:ph type="title"/>
          </p:nvPr>
        </p:nvSpPr>
        <p:spPr>
          <a:xfrm>
            <a:off x="539999" y="540000"/>
            <a:ext cx="4511425" cy="2446268"/>
          </a:xfrm>
        </p:spPr>
        <p:txBody>
          <a:bodyPr>
            <a:normAutofit fontScale="90000"/>
          </a:bodyPr>
          <a:lstStyle/>
          <a:p>
            <a:r>
              <a:rPr lang="en-US" dirty="0"/>
              <a:t>What is </a:t>
            </a:r>
            <a:r>
              <a:rPr lang="en-US" dirty="0" err="1"/>
              <a:t>Artifficial</a:t>
            </a:r>
            <a:r>
              <a:rPr lang="en-US" dirty="0"/>
              <a:t> Intelligence?</a:t>
            </a:r>
          </a:p>
        </p:txBody>
      </p:sp>
      <p:pic>
        <p:nvPicPr>
          <p:cNvPr id="6" name="Content Placeholder 5">
            <a:extLst>
              <a:ext uri="{FF2B5EF4-FFF2-40B4-BE49-F238E27FC236}">
                <a16:creationId xmlns:a16="http://schemas.microsoft.com/office/drawing/2014/main" id="{EEE1D371-D3A5-123F-924B-70AFECCAE9DD}"/>
              </a:ext>
            </a:extLst>
          </p:cNvPr>
          <p:cNvPicPr>
            <a:picLocks noGrp="1" noChangeAspect="1"/>
          </p:cNvPicPr>
          <p:nvPr>
            <p:ph idx="1"/>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t="15260"/>
          <a:stretch>
            <a:fillRect/>
          </a:stretch>
        </p:blipFill>
        <p:spPr>
          <a:xfrm>
            <a:off x="5879939" y="0"/>
            <a:ext cx="6312061" cy="3050116"/>
          </a:xfrm>
        </p:spPr>
      </p:pic>
      <p:sp>
        <p:nvSpPr>
          <p:cNvPr id="4" name="Text Placeholder 3">
            <a:extLst>
              <a:ext uri="{FF2B5EF4-FFF2-40B4-BE49-F238E27FC236}">
                <a16:creationId xmlns:a16="http://schemas.microsoft.com/office/drawing/2014/main" id="{E4BADEA7-FEE3-935C-C5DF-9916AEA54C6B}"/>
              </a:ext>
            </a:extLst>
          </p:cNvPr>
          <p:cNvSpPr>
            <a:spLocks noGrp="1"/>
          </p:cNvSpPr>
          <p:nvPr>
            <p:ph type="body" sz="half" idx="2"/>
          </p:nvPr>
        </p:nvSpPr>
        <p:spPr>
          <a:xfrm>
            <a:off x="277792" y="3252486"/>
            <a:ext cx="11817752" cy="2963119"/>
          </a:xfrm>
        </p:spPr>
        <p:txBody>
          <a:bodyPr>
            <a:normAutofit/>
          </a:bodyPr>
          <a:lstStyle/>
          <a:p>
            <a:pPr algn="just"/>
            <a:r>
              <a:rPr lang="en-US" sz="1800" cap="none" dirty="0"/>
              <a:t>Artificial intelligence (AI) is a branch of computer science that enables machines to perform tasks that normally require human intelligence. AI systems can learn from data, recognize patterns, solve problems, understand language, and make decisions.</a:t>
            </a:r>
          </a:p>
          <a:p>
            <a:pPr algn="just"/>
            <a:r>
              <a:rPr lang="en-US" sz="1800" cap="none" dirty="0"/>
              <a:t> To health 2030ai is helping doctors diagnose diseases, monitor patients, develop new medicines, and improve healthcare services. It will play an important role in achieving the goals of health 2030.</a:t>
            </a:r>
          </a:p>
        </p:txBody>
      </p:sp>
    </p:spTree>
    <p:extLst>
      <p:ext uri="{BB962C8B-B14F-4D97-AF65-F5344CB8AC3E}">
        <p14:creationId xmlns:p14="http://schemas.microsoft.com/office/powerpoint/2010/main" val="7093341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63EDE7-74D9-A601-9049-8D3A957536BE}"/>
              </a:ext>
            </a:extLst>
          </p:cNvPr>
          <p:cNvSpPr>
            <a:spLocks noGrp="1"/>
          </p:cNvSpPr>
          <p:nvPr>
            <p:ph type="title"/>
          </p:nvPr>
        </p:nvSpPr>
        <p:spPr>
          <a:xfrm>
            <a:off x="539999" y="540000"/>
            <a:ext cx="4749631" cy="2087453"/>
          </a:xfrm>
        </p:spPr>
        <p:txBody>
          <a:bodyPr/>
          <a:lstStyle/>
          <a:p>
            <a:r>
              <a:rPr lang="en-US" dirty="0"/>
              <a:t>How Does AI Work?</a:t>
            </a:r>
          </a:p>
        </p:txBody>
      </p:sp>
      <p:pic>
        <p:nvPicPr>
          <p:cNvPr id="6" name="Content Placeholder 5">
            <a:extLst>
              <a:ext uri="{FF2B5EF4-FFF2-40B4-BE49-F238E27FC236}">
                <a16:creationId xmlns:a16="http://schemas.microsoft.com/office/drawing/2014/main" id="{C29E379A-189A-91A9-2747-17B03F7C42B4}"/>
              </a:ext>
            </a:extLst>
          </p:cNvPr>
          <p:cNvPicPr>
            <a:picLocks noGrp="1" noChangeAspect="1"/>
          </p:cNvPicPr>
          <p:nvPr>
            <p:ph idx="1"/>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13475"/>
          <a:stretch>
            <a:fillRect/>
          </a:stretch>
        </p:blipFill>
        <p:spPr>
          <a:xfrm>
            <a:off x="5289630" y="338036"/>
            <a:ext cx="6551805" cy="5048122"/>
          </a:xfrm>
        </p:spPr>
      </p:pic>
      <p:sp>
        <p:nvSpPr>
          <p:cNvPr id="4" name="Text Placeholder 3">
            <a:extLst>
              <a:ext uri="{FF2B5EF4-FFF2-40B4-BE49-F238E27FC236}">
                <a16:creationId xmlns:a16="http://schemas.microsoft.com/office/drawing/2014/main" id="{425AA42A-30D8-2BBF-CF27-9E30994443F5}"/>
              </a:ext>
            </a:extLst>
          </p:cNvPr>
          <p:cNvSpPr>
            <a:spLocks noGrp="1"/>
          </p:cNvSpPr>
          <p:nvPr>
            <p:ph type="body" sz="half" idx="2"/>
          </p:nvPr>
        </p:nvSpPr>
        <p:spPr>
          <a:xfrm>
            <a:off x="540000" y="2731626"/>
            <a:ext cx="4511426" cy="3577100"/>
          </a:xfrm>
        </p:spPr>
        <p:txBody>
          <a:bodyPr>
            <a:normAutofit/>
          </a:bodyPr>
          <a:lstStyle/>
          <a:p>
            <a:pPr algn="just"/>
            <a:r>
              <a:rPr lang="en-US" sz="2000" cap="none" dirty="0"/>
              <a:t>Artificial intelligence works by learning from large amounts of data and identifying patterns. It uses algorithms and machine learning to make predictions and decisions.</a:t>
            </a:r>
          </a:p>
        </p:txBody>
      </p:sp>
    </p:spTree>
    <p:extLst>
      <p:ext uri="{BB962C8B-B14F-4D97-AF65-F5344CB8AC3E}">
        <p14:creationId xmlns:p14="http://schemas.microsoft.com/office/powerpoint/2010/main" val="34509737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0557C3B8-C396-1761-E88C-6D88FD9AD126}"/>
              </a:ext>
            </a:extLst>
          </p:cNvPr>
          <p:cNvSpPr>
            <a:spLocks noGrp="1"/>
          </p:cNvSpPr>
          <p:nvPr>
            <p:ph type="body" sz="half" idx="2"/>
          </p:nvPr>
        </p:nvSpPr>
        <p:spPr>
          <a:xfrm>
            <a:off x="377955" y="678896"/>
            <a:ext cx="4511426" cy="5768725"/>
          </a:xfrm>
        </p:spPr>
        <p:txBody>
          <a:bodyPr>
            <a:normAutofit lnSpcReduction="10000"/>
          </a:bodyPr>
          <a:lstStyle/>
          <a:p>
            <a:pPr algn="just"/>
            <a:r>
              <a:rPr lang="en-US" dirty="0"/>
              <a:t>Steps Involved</a:t>
            </a:r>
          </a:p>
          <a:p>
            <a:pPr marL="342900" indent="-342900" algn="just">
              <a:buFont typeface="+mj-lt"/>
              <a:buAutoNum type="arabicParenR"/>
            </a:pPr>
            <a:r>
              <a:rPr lang="en-US" sz="1800" cap="none" dirty="0"/>
              <a:t> Learning AI studies patterns in the data.</a:t>
            </a:r>
          </a:p>
          <a:p>
            <a:pPr marL="342900" indent="-342900" algn="just">
              <a:buFont typeface="+mj-lt"/>
              <a:buAutoNum type="arabicParenR"/>
            </a:pPr>
            <a:r>
              <a:rPr lang="en-US" sz="1800" cap="none" dirty="0"/>
              <a:t> Processing &amp; analysis ai- analyzes the information.</a:t>
            </a:r>
          </a:p>
          <a:p>
            <a:pPr marL="342900" indent="-342900" algn="just">
              <a:buFont typeface="+mj-lt"/>
              <a:buAutoNum type="arabicParenR"/>
            </a:pPr>
            <a:r>
              <a:rPr lang="en-US" sz="1800" cap="none" dirty="0"/>
              <a:t> Decision making ai- provides answers, recommendations, or predictions.</a:t>
            </a:r>
          </a:p>
          <a:p>
            <a:pPr marL="342900" indent="-342900" algn="just">
              <a:buFont typeface="+mj-lt"/>
              <a:buAutoNum type="arabicParenR"/>
            </a:pPr>
            <a:r>
              <a:rPr lang="en-US" sz="1800" cap="none" dirty="0"/>
              <a:t> Improvement ai - becomes more accurate as it receives more data.</a:t>
            </a:r>
          </a:p>
          <a:p>
            <a:pPr marL="342900" indent="-342900" algn="just">
              <a:buFont typeface="+mj-lt"/>
              <a:buAutoNum type="arabicParenR"/>
            </a:pPr>
            <a:r>
              <a:rPr lang="en-US" sz="1800" cap="none" dirty="0"/>
              <a:t>Data collection ai- gathers information from various sources.</a:t>
            </a:r>
          </a:p>
          <a:p>
            <a:endParaRPr lang="en-US" dirty="0"/>
          </a:p>
        </p:txBody>
      </p:sp>
      <p:pic>
        <p:nvPicPr>
          <p:cNvPr id="15" name="Content Placeholder 14">
            <a:extLst>
              <a:ext uri="{FF2B5EF4-FFF2-40B4-BE49-F238E27FC236}">
                <a16:creationId xmlns:a16="http://schemas.microsoft.com/office/drawing/2014/main" id="{0E195528-C1AB-7498-AA82-F54B6CB18355}"/>
              </a:ext>
            </a:extLst>
          </p:cNvPr>
          <p:cNvPicPr>
            <a:picLocks noGrp="1" noChangeAspect="1"/>
          </p:cNvPicPr>
          <p:nvPr>
            <p:ph idx="1"/>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5243262" y="1000969"/>
            <a:ext cx="6408738" cy="4165679"/>
          </a:xfrm>
        </p:spPr>
      </p:pic>
    </p:spTree>
    <p:extLst>
      <p:ext uri="{BB962C8B-B14F-4D97-AF65-F5344CB8AC3E}">
        <p14:creationId xmlns:p14="http://schemas.microsoft.com/office/powerpoint/2010/main" val="18591511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C47C2A-3980-9C29-A805-F4D804154A39}"/>
              </a:ext>
            </a:extLst>
          </p:cNvPr>
          <p:cNvSpPr>
            <a:spLocks noGrp="1"/>
          </p:cNvSpPr>
          <p:nvPr>
            <p:ph type="title"/>
          </p:nvPr>
        </p:nvSpPr>
        <p:spPr>
          <a:xfrm>
            <a:off x="539999" y="243068"/>
            <a:ext cx="4511425" cy="1784073"/>
          </a:xfrm>
        </p:spPr>
        <p:txBody>
          <a:bodyPr>
            <a:normAutofit/>
          </a:bodyPr>
          <a:lstStyle/>
          <a:p>
            <a:r>
              <a:rPr lang="en-US" dirty="0"/>
              <a:t>AI in Healthcare</a:t>
            </a:r>
          </a:p>
        </p:txBody>
      </p:sp>
      <p:sp>
        <p:nvSpPr>
          <p:cNvPr id="3" name="Content Placeholder 2">
            <a:extLst>
              <a:ext uri="{FF2B5EF4-FFF2-40B4-BE49-F238E27FC236}">
                <a16:creationId xmlns:a16="http://schemas.microsoft.com/office/drawing/2014/main" id="{A8BF4A57-C334-206E-C354-E08BD603E8AC}"/>
              </a:ext>
            </a:extLst>
          </p:cNvPr>
          <p:cNvSpPr>
            <a:spLocks noGrp="1"/>
          </p:cNvSpPr>
          <p:nvPr>
            <p:ph idx="1"/>
          </p:nvPr>
        </p:nvSpPr>
        <p:spPr>
          <a:xfrm>
            <a:off x="5232400" y="539999"/>
            <a:ext cx="6408736" cy="5339939"/>
          </a:xfrm>
        </p:spPr>
        <p:txBody>
          <a:bodyPr>
            <a:normAutofit fontScale="77500" lnSpcReduction="20000"/>
          </a:bodyPr>
          <a:lstStyle/>
          <a:p>
            <a:pPr algn="just">
              <a:buFont typeface="Wingdings" panose="05000000000000000000" pitchFamily="2" charset="2"/>
              <a:buChar char="§"/>
            </a:pPr>
            <a:r>
              <a:rPr lang="en-US" dirty="0"/>
              <a:t>Applications of AI in Healthcare</a:t>
            </a:r>
          </a:p>
          <a:p>
            <a:pPr algn="just">
              <a:buFont typeface="Wingdings" panose="05000000000000000000" pitchFamily="2" charset="2"/>
              <a:buChar char="§"/>
            </a:pPr>
            <a:r>
              <a:rPr lang="en-US" dirty="0"/>
              <a:t>🩺 Disease Diagnosis Helps detect diseases such as cancer and diabetes.</a:t>
            </a:r>
          </a:p>
          <a:p>
            <a:pPr algn="just">
              <a:buFont typeface="Wingdings" panose="05000000000000000000" pitchFamily="2" charset="2"/>
              <a:buChar char="§"/>
            </a:pPr>
            <a:r>
              <a:rPr lang="en-US" dirty="0"/>
              <a:t>🔬 Medical Imaging Analyzes X-rays, CT scans, and MRI images.</a:t>
            </a:r>
          </a:p>
          <a:p>
            <a:pPr algn="just">
              <a:buFont typeface="Wingdings" panose="05000000000000000000" pitchFamily="2" charset="2"/>
              <a:buChar char="§"/>
            </a:pPr>
            <a:r>
              <a:rPr lang="en-US" dirty="0"/>
              <a:t>💊 Drug Discovery Assists scientists in developing new medicines.</a:t>
            </a:r>
          </a:p>
          <a:p>
            <a:pPr algn="just">
              <a:buFont typeface="Wingdings" panose="05000000000000000000" pitchFamily="2" charset="2"/>
              <a:buChar char="§"/>
            </a:pPr>
            <a:r>
              <a:rPr lang="en-US" dirty="0"/>
              <a:t>⌚ Health Monitoring Smart watches track heart rate, sleep, and fitness.</a:t>
            </a:r>
          </a:p>
          <a:p>
            <a:pPr algn="just">
              <a:buFont typeface="Wingdings" panose="05000000000000000000" pitchFamily="2" charset="2"/>
              <a:buChar char="§"/>
            </a:pPr>
            <a:r>
              <a:rPr lang="en-US" dirty="0"/>
              <a:t>🤖 Robot-Assisted Surgery Helps surgeons perform precise operations.</a:t>
            </a:r>
          </a:p>
        </p:txBody>
      </p:sp>
      <p:sp>
        <p:nvSpPr>
          <p:cNvPr id="4" name="Text Placeholder 3">
            <a:extLst>
              <a:ext uri="{FF2B5EF4-FFF2-40B4-BE49-F238E27FC236}">
                <a16:creationId xmlns:a16="http://schemas.microsoft.com/office/drawing/2014/main" id="{FC127FF3-F92B-5BAA-E524-FDDD134BD3CF}"/>
              </a:ext>
            </a:extLst>
          </p:cNvPr>
          <p:cNvSpPr>
            <a:spLocks noGrp="1"/>
          </p:cNvSpPr>
          <p:nvPr>
            <p:ph type="body" sz="half" idx="2"/>
          </p:nvPr>
        </p:nvSpPr>
        <p:spPr>
          <a:xfrm>
            <a:off x="494946" y="2027141"/>
            <a:ext cx="4511426" cy="2310471"/>
          </a:xfrm>
        </p:spPr>
        <p:txBody>
          <a:bodyPr>
            <a:normAutofit/>
          </a:bodyPr>
          <a:lstStyle/>
          <a:p>
            <a:r>
              <a:rPr lang="en-US" sz="2000" cap="none" dirty="0"/>
              <a:t>Artificial intelligence is transforming healthcare by making diagnosis faster, treatment smarter, and patient care more effective.</a:t>
            </a:r>
          </a:p>
        </p:txBody>
      </p:sp>
      <p:sp>
        <p:nvSpPr>
          <p:cNvPr id="6" name="TextBox 5">
            <a:extLst>
              <a:ext uri="{FF2B5EF4-FFF2-40B4-BE49-F238E27FC236}">
                <a16:creationId xmlns:a16="http://schemas.microsoft.com/office/drawing/2014/main" id="{4D70E986-160C-1C41-BB39-A8BE4625D0CE}"/>
              </a:ext>
            </a:extLst>
          </p:cNvPr>
          <p:cNvSpPr txBox="1"/>
          <p:nvPr/>
        </p:nvSpPr>
        <p:spPr>
          <a:xfrm>
            <a:off x="449894" y="4337612"/>
            <a:ext cx="4240345" cy="1631216"/>
          </a:xfrm>
          <a:prstGeom prst="rect">
            <a:avLst/>
          </a:prstGeom>
          <a:noFill/>
        </p:spPr>
        <p:txBody>
          <a:bodyPr wrap="square">
            <a:spAutoFit/>
          </a:bodyPr>
          <a:lstStyle/>
          <a:p>
            <a:pPr algn="just"/>
            <a:r>
              <a:rPr lang="en-US" sz="2000" dirty="0"/>
              <a:t>Benefits</a:t>
            </a:r>
          </a:p>
          <a:p>
            <a:pPr algn="just"/>
            <a:r>
              <a:rPr lang="en-US" sz="2000" dirty="0"/>
              <a:t>✅ Faster diagnosis</a:t>
            </a:r>
          </a:p>
          <a:p>
            <a:pPr algn="just"/>
            <a:r>
              <a:rPr lang="en-US" sz="2000" dirty="0"/>
              <a:t>✅ Better treatment planning</a:t>
            </a:r>
          </a:p>
          <a:p>
            <a:pPr algn="just"/>
            <a:r>
              <a:rPr lang="en-US" sz="2000" dirty="0"/>
              <a:t>✅ Reduced human errors</a:t>
            </a:r>
          </a:p>
          <a:p>
            <a:pPr algn="just"/>
            <a:r>
              <a:rPr lang="en-US" sz="2000" dirty="0"/>
              <a:t>✅ Improved patient care</a:t>
            </a:r>
          </a:p>
        </p:txBody>
      </p:sp>
    </p:spTree>
    <p:extLst>
      <p:ext uri="{BB962C8B-B14F-4D97-AF65-F5344CB8AC3E}">
        <p14:creationId xmlns:p14="http://schemas.microsoft.com/office/powerpoint/2010/main" val="16712375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85983F-3F24-9CE7-26AC-27BA7B24B553}"/>
              </a:ext>
            </a:extLst>
          </p:cNvPr>
          <p:cNvSpPr>
            <a:spLocks noGrp="1"/>
          </p:cNvSpPr>
          <p:nvPr>
            <p:ph type="title"/>
          </p:nvPr>
        </p:nvSpPr>
        <p:spPr/>
        <p:txBody>
          <a:bodyPr/>
          <a:lstStyle/>
          <a:p>
            <a:r>
              <a:rPr lang="en-US" dirty="0"/>
              <a:t>AI in Education</a:t>
            </a:r>
          </a:p>
        </p:txBody>
      </p:sp>
      <p:sp>
        <p:nvSpPr>
          <p:cNvPr id="3" name="Content Placeholder 2">
            <a:extLst>
              <a:ext uri="{FF2B5EF4-FFF2-40B4-BE49-F238E27FC236}">
                <a16:creationId xmlns:a16="http://schemas.microsoft.com/office/drawing/2014/main" id="{39D8A68A-2326-B254-798F-AE7D60CE8A76}"/>
              </a:ext>
            </a:extLst>
          </p:cNvPr>
          <p:cNvSpPr>
            <a:spLocks noGrp="1"/>
          </p:cNvSpPr>
          <p:nvPr>
            <p:ph idx="1"/>
          </p:nvPr>
        </p:nvSpPr>
        <p:spPr/>
        <p:txBody>
          <a:bodyPr>
            <a:normAutofit fontScale="70000" lnSpcReduction="20000"/>
          </a:bodyPr>
          <a:lstStyle/>
          <a:p>
            <a:r>
              <a:rPr lang="en-US" dirty="0"/>
              <a:t>Applications of AI in Education</a:t>
            </a:r>
          </a:p>
          <a:p>
            <a:r>
              <a:rPr lang="en-US" dirty="0"/>
              <a:t>📚 Personalized Learning AI adapts lessons according to each student's needs.</a:t>
            </a:r>
          </a:p>
          <a:p>
            <a:r>
              <a:rPr lang="en-US" dirty="0"/>
              <a:t>🎓 Smart Tutoring Systems Provides guidance and explanations like a personal tutor.</a:t>
            </a:r>
          </a:p>
          <a:p>
            <a:r>
              <a:rPr lang="en-US" dirty="0"/>
              <a:t>📝 Automatic Grading Helps teachers evaluate assignments and tests quickly.</a:t>
            </a:r>
          </a:p>
          <a:p>
            <a:r>
              <a:rPr lang="en-US" dirty="0"/>
              <a:t>🌐 Language Translation Assists students in understanding content in different languages.</a:t>
            </a:r>
          </a:p>
          <a:p>
            <a:r>
              <a:rPr lang="en-US" dirty="0"/>
              <a:t>💻 Online Learning Platforms Recommend courses and study materials based on interests.</a:t>
            </a:r>
          </a:p>
        </p:txBody>
      </p:sp>
      <p:sp>
        <p:nvSpPr>
          <p:cNvPr id="4" name="Text Placeholder 3">
            <a:extLst>
              <a:ext uri="{FF2B5EF4-FFF2-40B4-BE49-F238E27FC236}">
                <a16:creationId xmlns:a16="http://schemas.microsoft.com/office/drawing/2014/main" id="{589C640B-6023-559D-97A9-EAF641BE474C}"/>
              </a:ext>
            </a:extLst>
          </p:cNvPr>
          <p:cNvSpPr>
            <a:spLocks noGrp="1"/>
          </p:cNvSpPr>
          <p:nvPr>
            <p:ph type="body" sz="half" idx="2"/>
          </p:nvPr>
        </p:nvSpPr>
        <p:spPr>
          <a:xfrm>
            <a:off x="540000" y="2210766"/>
            <a:ext cx="4511426" cy="2013993"/>
          </a:xfrm>
        </p:spPr>
        <p:txBody>
          <a:bodyPr>
            <a:normAutofit/>
          </a:bodyPr>
          <a:lstStyle/>
          <a:p>
            <a:r>
              <a:rPr lang="en-US" sz="1800" cap="none" dirty="0"/>
              <a:t>Artificial intelligence is changing the way students learn by making education more interactive, personalized, and accessible.</a:t>
            </a:r>
          </a:p>
        </p:txBody>
      </p:sp>
      <p:sp>
        <p:nvSpPr>
          <p:cNvPr id="6" name="TextBox 5">
            <a:extLst>
              <a:ext uri="{FF2B5EF4-FFF2-40B4-BE49-F238E27FC236}">
                <a16:creationId xmlns:a16="http://schemas.microsoft.com/office/drawing/2014/main" id="{5F593ACA-83A7-D16A-A6F3-DE24473A1C2B}"/>
              </a:ext>
            </a:extLst>
          </p:cNvPr>
          <p:cNvSpPr txBox="1"/>
          <p:nvPr/>
        </p:nvSpPr>
        <p:spPr>
          <a:xfrm>
            <a:off x="359026" y="4224759"/>
            <a:ext cx="4275779" cy="2246769"/>
          </a:xfrm>
          <a:prstGeom prst="rect">
            <a:avLst/>
          </a:prstGeom>
          <a:noFill/>
        </p:spPr>
        <p:txBody>
          <a:bodyPr wrap="square">
            <a:spAutoFit/>
          </a:bodyPr>
          <a:lstStyle/>
          <a:p>
            <a:r>
              <a:rPr lang="en-US" sz="2000" dirty="0"/>
              <a:t>Benefits</a:t>
            </a:r>
          </a:p>
          <a:p>
            <a:r>
              <a:rPr lang="en-US" sz="2000" dirty="0"/>
              <a:t>✅ Learning at your own pace</a:t>
            </a:r>
          </a:p>
          <a:p>
            <a:r>
              <a:rPr lang="en-US" sz="2000" dirty="0"/>
              <a:t>✅ Better understanding of concepts</a:t>
            </a:r>
          </a:p>
          <a:p>
            <a:r>
              <a:rPr lang="en-US" sz="2000" dirty="0"/>
              <a:t>✅ Instant feedback</a:t>
            </a:r>
          </a:p>
          <a:p>
            <a:r>
              <a:rPr lang="en-US" sz="2000" dirty="0"/>
              <a:t>✅ Improved academic performance</a:t>
            </a:r>
          </a:p>
        </p:txBody>
      </p:sp>
    </p:spTree>
    <p:extLst>
      <p:ext uri="{BB962C8B-B14F-4D97-AF65-F5344CB8AC3E}">
        <p14:creationId xmlns:p14="http://schemas.microsoft.com/office/powerpoint/2010/main" val="40705250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8D2566-AB9D-86BF-0357-F53D6C63E899}"/>
              </a:ext>
            </a:extLst>
          </p:cNvPr>
          <p:cNvSpPr>
            <a:spLocks noGrp="1"/>
          </p:cNvSpPr>
          <p:nvPr>
            <p:ph type="title"/>
          </p:nvPr>
        </p:nvSpPr>
        <p:spPr>
          <a:xfrm>
            <a:off x="539999" y="540000"/>
            <a:ext cx="4511425" cy="2423119"/>
          </a:xfrm>
        </p:spPr>
        <p:txBody>
          <a:bodyPr>
            <a:normAutofit fontScale="90000"/>
          </a:bodyPr>
          <a:lstStyle/>
          <a:p>
            <a:r>
              <a:rPr lang="en-US" dirty="0"/>
              <a:t>AI in Transportation</a:t>
            </a:r>
          </a:p>
        </p:txBody>
      </p:sp>
      <p:sp>
        <p:nvSpPr>
          <p:cNvPr id="3" name="Content Placeholder 2">
            <a:extLst>
              <a:ext uri="{FF2B5EF4-FFF2-40B4-BE49-F238E27FC236}">
                <a16:creationId xmlns:a16="http://schemas.microsoft.com/office/drawing/2014/main" id="{3AA6BF70-557E-7752-FDCD-52F9DC2363D6}"/>
              </a:ext>
            </a:extLst>
          </p:cNvPr>
          <p:cNvSpPr>
            <a:spLocks noGrp="1"/>
          </p:cNvSpPr>
          <p:nvPr>
            <p:ph idx="1"/>
          </p:nvPr>
        </p:nvSpPr>
        <p:spPr/>
        <p:txBody>
          <a:bodyPr>
            <a:normAutofit fontScale="77500" lnSpcReduction="20000"/>
          </a:bodyPr>
          <a:lstStyle/>
          <a:p>
            <a:r>
              <a:rPr lang="en-US" dirty="0"/>
              <a:t>Applications of AI in Transportation</a:t>
            </a:r>
          </a:p>
          <a:p>
            <a:r>
              <a:rPr lang="en-US" dirty="0"/>
              <a:t>🚗 Smart Navigation Suggests the fastest routes using real-time traffic data.</a:t>
            </a:r>
          </a:p>
          <a:p>
            <a:r>
              <a:rPr lang="en-US" dirty="0"/>
              <a:t>🚦 Traffic Management Controls traffic signals to reduce congestion.</a:t>
            </a:r>
          </a:p>
          <a:p>
            <a:r>
              <a:rPr lang="en-US" dirty="0"/>
              <a:t>🚌 Public Transport Planning Optimizes bus and train schedules.</a:t>
            </a:r>
          </a:p>
          <a:p>
            <a:r>
              <a:rPr lang="en-US" dirty="0"/>
              <a:t>🚘 Self-Driving Vehicles Uses sensors and AI to drive safely.</a:t>
            </a:r>
          </a:p>
          <a:p>
            <a:r>
              <a:rPr lang="en-US" dirty="0"/>
              <a:t>📍 Route Optimization Helps delivery services save time and fuel.</a:t>
            </a:r>
          </a:p>
        </p:txBody>
      </p:sp>
      <p:sp>
        <p:nvSpPr>
          <p:cNvPr id="4" name="Text Placeholder 3">
            <a:extLst>
              <a:ext uri="{FF2B5EF4-FFF2-40B4-BE49-F238E27FC236}">
                <a16:creationId xmlns:a16="http://schemas.microsoft.com/office/drawing/2014/main" id="{E7B16CD0-CED6-BB8D-728B-FAB6472AE222}"/>
              </a:ext>
            </a:extLst>
          </p:cNvPr>
          <p:cNvSpPr>
            <a:spLocks noGrp="1"/>
          </p:cNvSpPr>
          <p:nvPr>
            <p:ph type="body" sz="half" idx="2"/>
          </p:nvPr>
        </p:nvSpPr>
        <p:spPr>
          <a:xfrm>
            <a:off x="540000" y="2407534"/>
            <a:ext cx="4511426" cy="2118167"/>
          </a:xfrm>
        </p:spPr>
        <p:txBody>
          <a:bodyPr>
            <a:normAutofit/>
          </a:bodyPr>
          <a:lstStyle/>
          <a:p>
            <a:r>
              <a:rPr lang="en-US" sz="1800" cap="none" dirty="0"/>
              <a:t>Artificial Intelligence is making transportation safer, faster, and more efficient by helping people travel smartly and reducing traffic problems.</a:t>
            </a:r>
          </a:p>
        </p:txBody>
      </p:sp>
      <p:sp>
        <p:nvSpPr>
          <p:cNvPr id="6" name="TextBox 5">
            <a:extLst>
              <a:ext uri="{FF2B5EF4-FFF2-40B4-BE49-F238E27FC236}">
                <a16:creationId xmlns:a16="http://schemas.microsoft.com/office/drawing/2014/main" id="{DC3A7D24-8E35-8AA5-817B-7003AE264106}"/>
              </a:ext>
            </a:extLst>
          </p:cNvPr>
          <p:cNvSpPr txBox="1"/>
          <p:nvPr/>
        </p:nvSpPr>
        <p:spPr>
          <a:xfrm>
            <a:off x="539999" y="4368988"/>
            <a:ext cx="4275779" cy="1477328"/>
          </a:xfrm>
          <a:prstGeom prst="rect">
            <a:avLst/>
          </a:prstGeom>
          <a:noFill/>
        </p:spPr>
        <p:txBody>
          <a:bodyPr wrap="square">
            <a:spAutoFit/>
          </a:bodyPr>
          <a:lstStyle/>
          <a:p>
            <a:r>
              <a:rPr lang="en-US" dirty="0"/>
              <a:t>Benefits</a:t>
            </a:r>
          </a:p>
          <a:p>
            <a:r>
              <a:rPr lang="en-US" dirty="0"/>
              <a:t>✅ Saves travel time</a:t>
            </a:r>
          </a:p>
          <a:p>
            <a:r>
              <a:rPr lang="en-US" dirty="0"/>
              <a:t>✅ Reduces traffic jams</a:t>
            </a:r>
          </a:p>
          <a:p>
            <a:r>
              <a:rPr lang="en-US" dirty="0"/>
              <a:t>✅ Improves road safety</a:t>
            </a:r>
          </a:p>
          <a:p>
            <a:r>
              <a:rPr lang="en-US" dirty="0"/>
              <a:t>✅ Lowers fuel consumption</a:t>
            </a:r>
          </a:p>
        </p:txBody>
      </p:sp>
    </p:spTree>
    <p:extLst>
      <p:ext uri="{BB962C8B-B14F-4D97-AF65-F5344CB8AC3E}">
        <p14:creationId xmlns:p14="http://schemas.microsoft.com/office/powerpoint/2010/main" val="24504093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8C521E-9A78-93A1-58F4-18A5EEF3F6AD}"/>
              </a:ext>
            </a:extLst>
          </p:cNvPr>
          <p:cNvSpPr>
            <a:spLocks noGrp="1"/>
          </p:cNvSpPr>
          <p:nvPr>
            <p:ph type="title"/>
          </p:nvPr>
        </p:nvSpPr>
        <p:spPr/>
        <p:txBody>
          <a:bodyPr/>
          <a:lstStyle/>
          <a:p>
            <a:r>
              <a:rPr lang="en-US" dirty="0"/>
              <a:t>AI Chatbots and Virtual Assistants</a:t>
            </a:r>
          </a:p>
        </p:txBody>
      </p:sp>
      <p:sp>
        <p:nvSpPr>
          <p:cNvPr id="3" name="Content Placeholder 2">
            <a:extLst>
              <a:ext uri="{FF2B5EF4-FFF2-40B4-BE49-F238E27FC236}">
                <a16:creationId xmlns:a16="http://schemas.microsoft.com/office/drawing/2014/main" id="{D6EF7830-F853-6ABE-4747-B4606DFCE54D}"/>
              </a:ext>
            </a:extLst>
          </p:cNvPr>
          <p:cNvSpPr>
            <a:spLocks noGrp="1"/>
          </p:cNvSpPr>
          <p:nvPr>
            <p:ph idx="1"/>
          </p:nvPr>
        </p:nvSpPr>
        <p:spPr/>
        <p:txBody>
          <a:bodyPr>
            <a:normAutofit fontScale="70000" lnSpcReduction="20000"/>
          </a:bodyPr>
          <a:lstStyle/>
          <a:p>
            <a:r>
              <a:rPr lang="en-US" dirty="0"/>
              <a:t>Applications</a:t>
            </a:r>
          </a:p>
          <a:p>
            <a:r>
              <a:rPr lang="en-US" dirty="0"/>
              <a:t>💬 Chatbots Answer questions instantly . Help students learn and research topics.</a:t>
            </a:r>
          </a:p>
          <a:p>
            <a:r>
              <a:rPr lang="en-US" dirty="0"/>
              <a:t>🎙️ Voice Assistants Set reminders and alarms. Play music and provide weather updates.</a:t>
            </a:r>
          </a:p>
          <a:p>
            <a:r>
              <a:rPr lang="en-US" dirty="0"/>
              <a:t>🌐 Customer Support Assist customers 24/7.</a:t>
            </a:r>
          </a:p>
          <a:p>
            <a:r>
              <a:rPr lang="en-US" dirty="0"/>
              <a:t>📝 Writing Assistance Help with drafting, summarizing, and correcting text.</a:t>
            </a:r>
          </a:p>
          <a:p>
            <a:r>
              <a:rPr lang="en-US" dirty="0"/>
              <a:t>🌍 Language Translation Translate text and speech between languages.</a:t>
            </a:r>
          </a:p>
        </p:txBody>
      </p:sp>
      <p:sp>
        <p:nvSpPr>
          <p:cNvPr id="4" name="Text Placeholder 3">
            <a:extLst>
              <a:ext uri="{FF2B5EF4-FFF2-40B4-BE49-F238E27FC236}">
                <a16:creationId xmlns:a16="http://schemas.microsoft.com/office/drawing/2014/main" id="{ACD4A3B0-6458-63BB-0B3C-A8C501C15C55}"/>
              </a:ext>
            </a:extLst>
          </p:cNvPr>
          <p:cNvSpPr>
            <a:spLocks noGrp="1"/>
          </p:cNvSpPr>
          <p:nvPr>
            <p:ph type="body" sz="half" idx="2"/>
          </p:nvPr>
        </p:nvSpPr>
        <p:spPr/>
        <p:txBody>
          <a:bodyPr/>
          <a:lstStyle/>
          <a:p>
            <a:r>
              <a:rPr lang="en-US" cap="none" dirty="0"/>
              <a:t>AI chatbots are computer programs that can understand human language and respond to questions in a natural way. They help people find information, learn new things, and complete tasks quickly.</a:t>
            </a:r>
          </a:p>
        </p:txBody>
      </p:sp>
    </p:spTree>
    <p:extLst>
      <p:ext uri="{BB962C8B-B14F-4D97-AF65-F5344CB8AC3E}">
        <p14:creationId xmlns:p14="http://schemas.microsoft.com/office/powerpoint/2010/main" val="13081992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666C99-BC73-F789-214A-2C3CCA3212D8}"/>
              </a:ext>
            </a:extLst>
          </p:cNvPr>
          <p:cNvSpPr>
            <a:spLocks noGrp="1"/>
          </p:cNvSpPr>
          <p:nvPr>
            <p:ph type="title"/>
          </p:nvPr>
        </p:nvSpPr>
        <p:spPr>
          <a:xfrm>
            <a:off x="254643" y="312516"/>
            <a:ext cx="4977757" cy="1944547"/>
          </a:xfrm>
        </p:spPr>
        <p:txBody>
          <a:bodyPr/>
          <a:lstStyle/>
          <a:p>
            <a:r>
              <a:rPr lang="en-US" dirty="0"/>
              <a:t>AI in Entertainment</a:t>
            </a:r>
          </a:p>
        </p:txBody>
      </p:sp>
      <p:sp>
        <p:nvSpPr>
          <p:cNvPr id="3" name="Content Placeholder 2">
            <a:extLst>
              <a:ext uri="{FF2B5EF4-FFF2-40B4-BE49-F238E27FC236}">
                <a16:creationId xmlns:a16="http://schemas.microsoft.com/office/drawing/2014/main" id="{0A330044-E869-0710-B43F-4385F184EDF3}"/>
              </a:ext>
            </a:extLst>
          </p:cNvPr>
          <p:cNvSpPr>
            <a:spLocks noGrp="1"/>
          </p:cNvSpPr>
          <p:nvPr>
            <p:ph idx="1"/>
          </p:nvPr>
        </p:nvSpPr>
        <p:spPr/>
        <p:txBody>
          <a:bodyPr>
            <a:normAutofit fontScale="92500"/>
          </a:bodyPr>
          <a:lstStyle/>
          <a:p>
            <a:pPr algn="just"/>
            <a:r>
              <a:rPr lang="en-US" sz="2400" dirty="0"/>
              <a:t>Applications of AI in Entertainment</a:t>
            </a:r>
          </a:p>
          <a:p>
            <a:pPr algn="just"/>
            <a:r>
              <a:rPr lang="en-US" sz="2400" dirty="0"/>
              <a:t>🎬 Movie Recommendations-Suggests movies and shows based on viewing history.</a:t>
            </a:r>
          </a:p>
          <a:p>
            <a:pPr algn="just"/>
            <a:r>
              <a:rPr lang="en-US" sz="2400" dirty="0"/>
              <a:t>🎵 Music Recommendations-Recommends songs according to listening habits.</a:t>
            </a:r>
          </a:p>
          <a:p>
            <a:pPr algn="just"/>
            <a:r>
              <a:rPr lang="en-US" sz="2400" dirty="0"/>
              <a:t>📺 Video Suggestions-Shows videos related to user interests.</a:t>
            </a:r>
          </a:p>
          <a:p>
            <a:pPr algn="just"/>
            <a:r>
              <a:rPr lang="en-US" sz="2400" dirty="0"/>
              <a:t>🎮 Gaming-Creates smarter opponents and realistic game environments.</a:t>
            </a:r>
          </a:p>
          <a:p>
            <a:pPr algn="just"/>
            <a:r>
              <a:rPr lang="en-US" sz="2400" dirty="0"/>
              <a:t>🎨 Content Creation-Assists in creating images, videos, and music.</a:t>
            </a:r>
          </a:p>
        </p:txBody>
      </p:sp>
      <p:sp>
        <p:nvSpPr>
          <p:cNvPr id="4" name="Text Placeholder 3">
            <a:extLst>
              <a:ext uri="{FF2B5EF4-FFF2-40B4-BE49-F238E27FC236}">
                <a16:creationId xmlns:a16="http://schemas.microsoft.com/office/drawing/2014/main" id="{AB9EF517-6A06-738C-006D-581FF2E7F053}"/>
              </a:ext>
            </a:extLst>
          </p:cNvPr>
          <p:cNvSpPr>
            <a:spLocks noGrp="1"/>
          </p:cNvSpPr>
          <p:nvPr>
            <p:ph type="body" sz="half" idx="2"/>
          </p:nvPr>
        </p:nvSpPr>
        <p:spPr>
          <a:xfrm>
            <a:off x="254643" y="2095019"/>
            <a:ext cx="4796783" cy="2245487"/>
          </a:xfrm>
        </p:spPr>
        <p:txBody>
          <a:bodyPr>
            <a:normAutofit/>
          </a:bodyPr>
          <a:lstStyle/>
          <a:p>
            <a:pPr algn="just"/>
            <a:r>
              <a:rPr lang="en-US" sz="2000" cap="none" dirty="0"/>
              <a:t>Artificial intelligence helps provide personalized entertainment experiences by understanding users' interests and preferences.</a:t>
            </a:r>
          </a:p>
        </p:txBody>
      </p:sp>
      <p:sp>
        <p:nvSpPr>
          <p:cNvPr id="6" name="TextBox 5">
            <a:extLst>
              <a:ext uri="{FF2B5EF4-FFF2-40B4-BE49-F238E27FC236}">
                <a16:creationId xmlns:a16="http://schemas.microsoft.com/office/drawing/2014/main" id="{B9296D0A-BAE4-F431-3123-F9CF6282A16D}"/>
              </a:ext>
            </a:extLst>
          </p:cNvPr>
          <p:cNvSpPr txBox="1"/>
          <p:nvPr/>
        </p:nvSpPr>
        <p:spPr>
          <a:xfrm>
            <a:off x="254643" y="4166886"/>
            <a:ext cx="4294208" cy="1938992"/>
          </a:xfrm>
          <a:prstGeom prst="rect">
            <a:avLst/>
          </a:prstGeom>
          <a:noFill/>
        </p:spPr>
        <p:txBody>
          <a:bodyPr wrap="square">
            <a:spAutoFit/>
          </a:bodyPr>
          <a:lstStyle/>
          <a:p>
            <a:pPr algn="just"/>
            <a:r>
              <a:rPr lang="en-US" sz="2000" dirty="0"/>
              <a:t>Benefits</a:t>
            </a:r>
          </a:p>
          <a:p>
            <a:pPr algn="just"/>
            <a:r>
              <a:rPr lang="en-US" sz="2000" dirty="0"/>
              <a:t>✅ Personalized experience</a:t>
            </a:r>
          </a:p>
          <a:p>
            <a:pPr algn="just"/>
            <a:r>
              <a:rPr lang="en-US" sz="2000" dirty="0"/>
              <a:t>✅ Better content discovery</a:t>
            </a:r>
          </a:p>
          <a:p>
            <a:pPr algn="just"/>
            <a:r>
              <a:rPr lang="en-US" sz="2000" dirty="0"/>
              <a:t>✅ Improved gaming experience</a:t>
            </a:r>
          </a:p>
          <a:p>
            <a:pPr algn="just"/>
            <a:r>
              <a:rPr lang="en-US" sz="2000" dirty="0"/>
              <a:t>✅ Saves time searching for content</a:t>
            </a:r>
          </a:p>
        </p:txBody>
      </p:sp>
    </p:spTree>
    <p:extLst>
      <p:ext uri="{BB962C8B-B14F-4D97-AF65-F5344CB8AC3E}">
        <p14:creationId xmlns:p14="http://schemas.microsoft.com/office/powerpoint/2010/main" val="29987559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3A52158A-2D68-7BE6-DA52-693E329E41E8}"/>
              </a:ext>
            </a:extLst>
          </p:cNvPr>
          <p:cNvSpPr>
            <a:spLocks noGrp="1"/>
          </p:cNvSpPr>
          <p:nvPr>
            <p:ph type="body" idx="1"/>
          </p:nvPr>
        </p:nvSpPr>
        <p:spPr>
          <a:xfrm>
            <a:off x="529134" y="344051"/>
            <a:ext cx="5448052" cy="792161"/>
          </a:xfrm>
        </p:spPr>
        <p:txBody>
          <a:bodyPr>
            <a:normAutofit/>
          </a:bodyPr>
          <a:lstStyle/>
          <a:p>
            <a:r>
              <a:rPr lang="en-US" sz="2800" b="1" cap="none" dirty="0"/>
              <a:t>AI In Banking And Finance</a:t>
            </a:r>
          </a:p>
        </p:txBody>
      </p:sp>
      <p:sp>
        <p:nvSpPr>
          <p:cNvPr id="7" name="Content Placeholder 6">
            <a:extLst>
              <a:ext uri="{FF2B5EF4-FFF2-40B4-BE49-F238E27FC236}">
                <a16:creationId xmlns:a16="http://schemas.microsoft.com/office/drawing/2014/main" id="{9EB39FC5-E6CC-F211-BA78-4326C0FC281A}"/>
              </a:ext>
            </a:extLst>
          </p:cNvPr>
          <p:cNvSpPr>
            <a:spLocks noGrp="1"/>
          </p:cNvSpPr>
          <p:nvPr>
            <p:ph sz="half" idx="2"/>
          </p:nvPr>
        </p:nvSpPr>
        <p:spPr>
          <a:xfrm>
            <a:off x="540000" y="1400538"/>
            <a:ext cx="5437186" cy="4913862"/>
          </a:xfrm>
        </p:spPr>
        <p:txBody>
          <a:bodyPr>
            <a:normAutofit/>
          </a:bodyPr>
          <a:lstStyle/>
          <a:p>
            <a:pPr algn="just"/>
            <a:r>
              <a:rPr lang="en-US" sz="2000" dirty="0"/>
              <a:t>🏦 Fraud Detection-Identifies suspicious transactions and prevents fraud.</a:t>
            </a:r>
          </a:p>
          <a:p>
            <a:pPr algn="just"/>
            <a:r>
              <a:rPr lang="en-US" sz="2000" dirty="0"/>
              <a:t>💳 Online Banking Security-Uses facial recognition and fingerprint authentication.</a:t>
            </a:r>
          </a:p>
          <a:p>
            <a:pPr algn="just"/>
            <a:r>
              <a:rPr lang="en-US" sz="2000" dirty="0"/>
              <a:t>📊 Financial Advice-Helps customers manage savings and expenses.</a:t>
            </a:r>
          </a:p>
          <a:p>
            <a:pPr algn="just"/>
            <a:r>
              <a:rPr lang="en-US" sz="2000" dirty="0"/>
              <a:t>💬 Customer Support-AI chatbots answer banking queries instantly.</a:t>
            </a:r>
          </a:p>
        </p:txBody>
      </p:sp>
      <p:sp>
        <p:nvSpPr>
          <p:cNvPr id="8" name="Text Placeholder 7">
            <a:extLst>
              <a:ext uri="{FF2B5EF4-FFF2-40B4-BE49-F238E27FC236}">
                <a16:creationId xmlns:a16="http://schemas.microsoft.com/office/drawing/2014/main" id="{8099D7CA-FED4-59A6-76F0-ED98B417208B}"/>
              </a:ext>
            </a:extLst>
          </p:cNvPr>
          <p:cNvSpPr>
            <a:spLocks noGrp="1"/>
          </p:cNvSpPr>
          <p:nvPr>
            <p:ph type="body" sz="quarter" idx="3"/>
          </p:nvPr>
        </p:nvSpPr>
        <p:spPr>
          <a:xfrm>
            <a:off x="6354420" y="344051"/>
            <a:ext cx="5437187" cy="792000"/>
          </a:xfrm>
        </p:spPr>
        <p:txBody>
          <a:bodyPr>
            <a:normAutofit/>
          </a:bodyPr>
          <a:lstStyle/>
          <a:p>
            <a:r>
              <a:rPr lang="en-US" sz="2800" b="1" cap="none" dirty="0"/>
              <a:t>AI In Shopping </a:t>
            </a:r>
          </a:p>
        </p:txBody>
      </p:sp>
      <p:sp>
        <p:nvSpPr>
          <p:cNvPr id="9" name="Content Placeholder 8">
            <a:extLst>
              <a:ext uri="{FF2B5EF4-FFF2-40B4-BE49-F238E27FC236}">
                <a16:creationId xmlns:a16="http://schemas.microsoft.com/office/drawing/2014/main" id="{E0A68139-6776-BA79-CE4D-56A8E80E3F13}"/>
              </a:ext>
            </a:extLst>
          </p:cNvPr>
          <p:cNvSpPr>
            <a:spLocks noGrp="1"/>
          </p:cNvSpPr>
          <p:nvPr>
            <p:ph sz="quarter" idx="4"/>
          </p:nvPr>
        </p:nvSpPr>
        <p:spPr>
          <a:xfrm>
            <a:off x="6203950" y="1400538"/>
            <a:ext cx="5437186" cy="4913861"/>
          </a:xfrm>
        </p:spPr>
        <p:txBody>
          <a:bodyPr>
            <a:normAutofit/>
          </a:bodyPr>
          <a:lstStyle/>
          <a:p>
            <a:pPr algn="just"/>
            <a:r>
              <a:rPr lang="en-US" sz="2000" dirty="0"/>
              <a:t>🛒 Product Recommendations-Suggests products based on previous purchases and interests.</a:t>
            </a:r>
          </a:p>
          <a:p>
            <a:pPr algn="just"/>
            <a:r>
              <a:rPr lang="en-US" sz="2000" dirty="0"/>
              <a:t>📦 Inventory Management-Helps stores keep products in stock.</a:t>
            </a:r>
          </a:p>
          <a:p>
            <a:pPr algn="just"/>
            <a:r>
              <a:rPr lang="en-US" sz="2000" dirty="0"/>
              <a:t>🎯 Personalized Advertisements-Shows relevant products to customers</a:t>
            </a:r>
          </a:p>
          <a:p>
            <a:pPr algn="just"/>
            <a:r>
              <a:rPr lang="en-US" sz="2000" dirty="0"/>
              <a:t>.🚚 Smart Delivery Systems-Improves delivery speed and efficiency.</a:t>
            </a:r>
          </a:p>
        </p:txBody>
      </p:sp>
    </p:spTree>
    <p:extLst>
      <p:ext uri="{BB962C8B-B14F-4D97-AF65-F5344CB8AC3E}">
        <p14:creationId xmlns:p14="http://schemas.microsoft.com/office/powerpoint/2010/main" val="17763225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5C447B-A2BB-9589-E97A-614665155CD5}"/>
              </a:ext>
            </a:extLst>
          </p:cNvPr>
          <p:cNvSpPr>
            <a:spLocks noGrp="1"/>
          </p:cNvSpPr>
          <p:nvPr>
            <p:ph type="title"/>
          </p:nvPr>
        </p:nvSpPr>
        <p:spPr>
          <a:xfrm>
            <a:off x="540000" y="127322"/>
            <a:ext cx="11090275" cy="1622277"/>
          </a:xfrm>
        </p:spPr>
        <p:txBody>
          <a:bodyPr>
            <a:normAutofit fontScale="90000"/>
          </a:bodyPr>
          <a:lstStyle/>
          <a:p>
            <a:pPr algn="just"/>
            <a:r>
              <a:rPr lang="en-US" dirty="0"/>
              <a:t>Advantages/Disadvantages of Artificial Intelligence</a:t>
            </a:r>
          </a:p>
        </p:txBody>
      </p:sp>
      <p:sp>
        <p:nvSpPr>
          <p:cNvPr id="4" name="Content Placeholder 3">
            <a:extLst>
              <a:ext uri="{FF2B5EF4-FFF2-40B4-BE49-F238E27FC236}">
                <a16:creationId xmlns:a16="http://schemas.microsoft.com/office/drawing/2014/main" id="{0C6429AE-A38B-9B54-76BB-7A8CDAFA330D}"/>
              </a:ext>
            </a:extLst>
          </p:cNvPr>
          <p:cNvSpPr>
            <a:spLocks noGrp="1"/>
          </p:cNvSpPr>
          <p:nvPr>
            <p:ph sz="half" idx="1"/>
          </p:nvPr>
        </p:nvSpPr>
        <p:spPr>
          <a:xfrm>
            <a:off x="540000" y="1863524"/>
            <a:ext cx="5437186" cy="4450875"/>
          </a:xfrm>
        </p:spPr>
        <p:txBody>
          <a:bodyPr>
            <a:normAutofit fontScale="92500" lnSpcReduction="20000"/>
          </a:bodyPr>
          <a:lstStyle/>
          <a:p>
            <a:pPr algn="just"/>
            <a:r>
              <a:rPr lang="en-US" sz="2000" dirty="0"/>
              <a:t>✅ Saves Time-Completes tasks quickly and efficiently.</a:t>
            </a:r>
          </a:p>
          <a:p>
            <a:pPr algn="just"/>
            <a:r>
              <a:rPr lang="en-US" sz="2000" dirty="0"/>
              <a:t>✅ Reduces Human Errors-Improves accuracy in calculations and analysis.</a:t>
            </a:r>
          </a:p>
          <a:p>
            <a:pPr algn="just"/>
            <a:r>
              <a:rPr lang="en-US" sz="2000" dirty="0"/>
              <a:t>✅ Works 24/7Does not require breaks or rest.</a:t>
            </a:r>
          </a:p>
          <a:p>
            <a:pPr algn="just"/>
            <a:r>
              <a:rPr lang="en-US" sz="2000" dirty="0"/>
              <a:t>✅ Handles Large Amounts of Data-Processes information much faster than humans.</a:t>
            </a:r>
          </a:p>
          <a:p>
            <a:pPr algn="just"/>
            <a:r>
              <a:rPr lang="en-US" sz="2000" dirty="0"/>
              <a:t>✅ Improves Decision Making-Helps in healthcare, education, business, and transportation.</a:t>
            </a:r>
          </a:p>
        </p:txBody>
      </p:sp>
      <p:sp>
        <p:nvSpPr>
          <p:cNvPr id="5" name="Content Placeholder 4">
            <a:extLst>
              <a:ext uri="{FF2B5EF4-FFF2-40B4-BE49-F238E27FC236}">
                <a16:creationId xmlns:a16="http://schemas.microsoft.com/office/drawing/2014/main" id="{6A5DC1E1-405C-86BB-A3E2-0A4E697C49A0}"/>
              </a:ext>
            </a:extLst>
          </p:cNvPr>
          <p:cNvSpPr>
            <a:spLocks noGrp="1"/>
          </p:cNvSpPr>
          <p:nvPr>
            <p:ph sz="half" idx="2"/>
          </p:nvPr>
        </p:nvSpPr>
        <p:spPr>
          <a:xfrm>
            <a:off x="6193089" y="1863523"/>
            <a:ext cx="5437186" cy="4618299"/>
          </a:xfrm>
        </p:spPr>
        <p:txBody>
          <a:bodyPr>
            <a:normAutofit fontScale="92500" lnSpcReduction="20000"/>
          </a:bodyPr>
          <a:lstStyle/>
          <a:p>
            <a:pPr algn="just"/>
            <a:r>
              <a:rPr lang="en-US" sz="2000" dirty="0"/>
              <a:t>❌ Privacy Concerns-Large amounts of personal data may be collected.</a:t>
            </a:r>
          </a:p>
          <a:p>
            <a:pPr algn="just"/>
            <a:r>
              <a:rPr lang="en-US" sz="2000" dirty="0"/>
              <a:t>❌ Job Displacement-Some repetitive jobs may become automated.</a:t>
            </a:r>
          </a:p>
          <a:p>
            <a:pPr algn="just"/>
            <a:r>
              <a:rPr lang="en-US" sz="2000" dirty="0"/>
              <a:t>❌ Dependence on Technology-People may rely too much on AI systems.</a:t>
            </a:r>
          </a:p>
          <a:p>
            <a:pPr algn="just"/>
            <a:r>
              <a:rPr lang="en-US" sz="2000" dirty="0"/>
              <a:t>❌ High Development Cost-Creating and maintaining AI systems can be expensive.</a:t>
            </a:r>
          </a:p>
          <a:p>
            <a:pPr algn="just"/>
            <a:r>
              <a:rPr lang="en-US" sz="2000" dirty="0"/>
              <a:t>❌ Lack of Human Emotions-AI cannot truly understand feelings and emotions.</a:t>
            </a:r>
          </a:p>
        </p:txBody>
      </p:sp>
    </p:spTree>
    <p:extLst>
      <p:ext uri="{BB962C8B-B14F-4D97-AF65-F5344CB8AC3E}">
        <p14:creationId xmlns:p14="http://schemas.microsoft.com/office/powerpoint/2010/main" val="19094607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a:extLst>
              <a:ext uri="{FF2B5EF4-FFF2-40B4-BE49-F238E27FC236}">
                <a16:creationId xmlns:a16="http://schemas.microsoft.com/office/drawing/2014/main" id="{6E198717-3BDA-15EF-4E62-B6BBA6F5DF21}"/>
              </a:ext>
            </a:extLst>
          </p:cNvPr>
          <p:cNvPicPr>
            <a:picLocks noGrp="1" noChangeAspect="1"/>
          </p:cNvPicPr>
          <p:nvPr>
            <p:ph idx="1"/>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7048500" y="0"/>
            <a:ext cx="5143500" cy="5143500"/>
          </a:xfrm>
        </p:spPr>
      </p:pic>
      <p:sp>
        <p:nvSpPr>
          <p:cNvPr id="6" name="Text Placeholder 5">
            <a:extLst>
              <a:ext uri="{FF2B5EF4-FFF2-40B4-BE49-F238E27FC236}">
                <a16:creationId xmlns:a16="http://schemas.microsoft.com/office/drawing/2014/main" id="{A1C2498B-DD2C-6476-5F71-EBEB87DCB7CF}"/>
              </a:ext>
            </a:extLst>
          </p:cNvPr>
          <p:cNvSpPr>
            <a:spLocks noGrp="1"/>
          </p:cNvSpPr>
          <p:nvPr>
            <p:ph type="body" sz="half" idx="2"/>
          </p:nvPr>
        </p:nvSpPr>
        <p:spPr>
          <a:xfrm>
            <a:off x="539999" y="540000"/>
            <a:ext cx="6381661" cy="5768725"/>
          </a:xfrm>
        </p:spPr>
        <p:txBody>
          <a:bodyPr>
            <a:normAutofit fontScale="92500" lnSpcReduction="10000"/>
          </a:bodyPr>
          <a:lstStyle/>
          <a:p>
            <a:r>
              <a:rPr lang="en-US" b="1" u="sng" cap="none" dirty="0"/>
              <a:t>Conclusion</a:t>
            </a:r>
            <a:r>
              <a:rPr lang="en-US" cap="none" dirty="0"/>
              <a:t>- </a:t>
            </a:r>
            <a:r>
              <a:rPr lang="en-US" b="1" i="1" cap="none" dirty="0"/>
              <a:t>ARTIFICIAL INTELLIGENCE </a:t>
            </a:r>
            <a:r>
              <a:rPr lang="en-US" cap="none" dirty="0"/>
              <a:t>has become an important part of our daily lives. From healthcare and education to transportation, banking, entertainment, and smart homes, AI is helping people work more efficiently and solve problems more effectively.AI has the potential to create a healthier, smarter, and more sustainable future. However, it should be used responsibly to ensure that its benefits are shared by everyone. </a:t>
            </a:r>
          </a:p>
          <a:p>
            <a:r>
              <a:rPr lang="en-US" sz="1700" b="1" u="sng" cap="none" dirty="0">
                <a:latin typeface="Arial" panose="020B0604020202020204" pitchFamily="34" charset="0"/>
                <a:cs typeface="Arial" panose="020B0604020202020204" pitchFamily="34" charset="0"/>
              </a:rPr>
              <a:t>Takeaways</a:t>
            </a:r>
          </a:p>
          <a:p>
            <a:pPr marL="285750" indent="-285750">
              <a:buFont typeface="Arial" panose="020B0604020202020204" pitchFamily="34" charset="0"/>
              <a:buChar char="•"/>
            </a:pPr>
            <a:r>
              <a:rPr lang="en-US" cap="none" dirty="0"/>
              <a:t>✔ AI is transforming everyday life.</a:t>
            </a:r>
          </a:p>
          <a:p>
            <a:pPr marL="285750" indent="-285750">
              <a:buFont typeface="Arial" panose="020B0604020202020204" pitchFamily="34" charset="0"/>
              <a:buChar char="•"/>
            </a:pPr>
            <a:r>
              <a:rPr lang="en-US" cap="none" dirty="0"/>
              <a:t>✔ Ai improves healthcare, education, and safety.</a:t>
            </a:r>
          </a:p>
          <a:p>
            <a:pPr marL="285750" indent="-285750">
              <a:buFont typeface="Arial" panose="020B0604020202020204" pitchFamily="34" charset="0"/>
              <a:buChar char="•"/>
            </a:pPr>
            <a:r>
              <a:rPr lang="en-US" cap="none" dirty="0"/>
              <a:t>✔ Ai helps save time and increase efficiency.</a:t>
            </a:r>
          </a:p>
          <a:p>
            <a:pPr marL="285750" indent="-285750">
              <a:buFont typeface="Arial" panose="020B0604020202020204" pitchFamily="34" charset="0"/>
              <a:buChar char="•"/>
            </a:pPr>
            <a:r>
              <a:rPr lang="en-US" cap="none" dirty="0"/>
              <a:t>✔ Responsible use of ai is important for society.</a:t>
            </a:r>
          </a:p>
          <a:p>
            <a:pPr marL="285750" indent="-285750">
              <a:buFont typeface="Arial" panose="020B0604020202020204" pitchFamily="34" charset="0"/>
              <a:buChar char="•"/>
            </a:pPr>
            <a:r>
              <a:rPr lang="en-US" cap="none" dirty="0"/>
              <a:t>✔ Ai will play a major role in achieving the goals of health 2030.Thank you</a:t>
            </a:r>
          </a:p>
        </p:txBody>
      </p:sp>
      <p:graphicFrame>
        <p:nvGraphicFramePr>
          <p:cNvPr id="11" name="Diagram 10">
            <a:extLst>
              <a:ext uri="{FF2B5EF4-FFF2-40B4-BE49-F238E27FC236}">
                <a16:creationId xmlns:a16="http://schemas.microsoft.com/office/drawing/2014/main" id="{A1FBB8BE-B907-0E42-080C-7F93862291B6}"/>
              </a:ext>
            </a:extLst>
          </p:cNvPr>
          <p:cNvGraphicFramePr/>
          <p:nvPr>
            <p:extLst>
              <p:ext uri="{D42A27DB-BD31-4B8C-83A1-F6EECF244321}">
                <p14:modId xmlns:p14="http://schemas.microsoft.com/office/powerpoint/2010/main" val="1664539446"/>
              </p:ext>
            </p:extLst>
          </p:nvPr>
        </p:nvGraphicFramePr>
        <p:xfrm>
          <a:off x="6426843" y="5366585"/>
          <a:ext cx="5765157" cy="1200329"/>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2948060770"/>
      </p:ext>
    </p:extLst>
  </p:cSld>
  <p:clrMapOvr>
    <a:masterClrMapping/>
  </p:clrMapOvr>
</p:sld>
</file>

<file path=ppt/theme/theme1.xml><?xml version="1.0" encoding="utf-8"?>
<a:theme xmlns:a="http://schemas.openxmlformats.org/drawingml/2006/main" name="GlowVTI">
  <a:themeElements>
    <a:clrScheme name="Glow">
      <a:dk1>
        <a:sysClr val="windowText" lastClr="000000"/>
      </a:dk1>
      <a:lt1>
        <a:sysClr val="window" lastClr="FFFFFF"/>
      </a:lt1>
      <a:dk2>
        <a:srgbClr val="000000"/>
      </a:dk2>
      <a:lt2>
        <a:srgbClr val="F2F2F2"/>
      </a:lt2>
      <a:accent1>
        <a:srgbClr val="00BAC8"/>
      </a:accent1>
      <a:accent2>
        <a:srgbClr val="794DFF"/>
      </a:accent2>
      <a:accent3>
        <a:srgbClr val="00D17D"/>
      </a:accent3>
      <a:accent4>
        <a:srgbClr val="E69500"/>
      </a:accent4>
      <a:accent5>
        <a:srgbClr val="FE5D21"/>
      </a:accent5>
      <a:accent6>
        <a:srgbClr val="404040"/>
      </a:accent6>
      <a:hlink>
        <a:srgbClr val="3E8FF1"/>
      </a:hlink>
      <a:folHlink>
        <a:srgbClr val="939393"/>
      </a:folHlink>
    </a:clrScheme>
    <a:fontScheme name="Blur">
      <a:majorFont>
        <a:latin typeface="Bell MT"/>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lowVTI" id="{D5B5AA20-F6D3-43B8-AF6B-ECAF69256418}" vid="{93025AB5-1D44-4CD3-9BC3-729F6E11E040}"/>
    </a:ext>
  </a:extLst>
</a:theme>
</file>

<file path=docProps/app.xml><?xml version="1.0" encoding="utf-8"?>
<Properties xmlns="http://schemas.openxmlformats.org/officeDocument/2006/extended-properties" xmlns:vt="http://schemas.openxmlformats.org/officeDocument/2006/docPropsVTypes">
  <Template>TM02836342[[fn=Ion]]</Template>
  <TotalTime>480</TotalTime>
  <Words>1020</Words>
  <Application>Microsoft Office PowerPoint</Application>
  <PresentationFormat>Widescreen</PresentationFormat>
  <Paragraphs>105</Paragraphs>
  <Slides>12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Avenir Next LT Pro</vt:lpstr>
      <vt:lpstr>Bell MT</vt:lpstr>
      <vt:lpstr>Wingdings</vt:lpstr>
      <vt:lpstr>GlowVTI</vt:lpstr>
      <vt:lpstr>Artificial Intelligence in our daily life</vt:lpstr>
      <vt:lpstr>What is Artifficial Intelligence?</vt:lpstr>
      <vt:lpstr>How Does AI Work?</vt:lpstr>
      <vt:lpstr>PowerPoint Presentation</vt:lpstr>
      <vt:lpstr>AI in Healthcare</vt:lpstr>
      <vt:lpstr>AI in Education</vt:lpstr>
      <vt:lpstr>AI in Transportation</vt:lpstr>
      <vt:lpstr>AI Chatbots and Virtual Assistants</vt:lpstr>
      <vt:lpstr>AI in Entertainment</vt:lpstr>
      <vt:lpstr>PowerPoint Presentation</vt:lpstr>
      <vt:lpstr>Advantages/Disadvantages of Artificial Intelligence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Gaurish Gupta</dc:creator>
  <cp:keywords>School Holidays Work</cp:keywords>
  <cp:lastModifiedBy>Gaurish Gupta</cp:lastModifiedBy>
  <cp:revision>2</cp:revision>
  <dcterms:created xsi:type="dcterms:W3CDTF">2026-05-30T10:24:42Z</dcterms:created>
  <dcterms:modified xsi:type="dcterms:W3CDTF">2026-07-02T00:46:01Z</dcterms:modified>
</cp:coreProperties>
</file>